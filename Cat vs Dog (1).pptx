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Englebert"/>
      <p:regular r:id="rId18"/>
    </p:embeddedFont>
    <p:embeddedFont>
      <p:font typeface="Fira Sans"/>
      <p:regular r:id="rId19"/>
      <p:bold r:id="rId20"/>
      <p:italic r:id="rId21"/>
      <p:boldItalic r:id="rId22"/>
    </p:embeddedFont>
    <p:embeddedFont>
      <p:font typeface="Noto Sans Symbol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bold.fntdata"/><Relationship Id="rId11" Type="http://schemas.openxmlformats.org/officeDocument/2006/relationships/slide" Target="slides/slide5.xml"/><Relationship Id="rId22" Type="http://schemas.openxmlformats.org/officeDocument/2006/relationships/font" Target="fonts/FiraSans-boldItalic.fntdata"/><Relationship Id="rId10" Type="http://schemas.openxmlformats.org/officeDocument/2006/relationships/slide" Target="slides/slide4.xml"/><Relationship Id="rId21" Type="http://schemas.openxmlformats.org/officeDocument/2006/relationships/font" Target="fonts/FiraSans-italic.fntdata"/><Relationship Id="rId13" Type="http://schemas.openxmlformats.org/officeDocument/2006/relationships/slide" Target="slides/slide7.xml"/><Relationship Id="rId24" Type="http://schemas.openxmlformats.org/officeDocument/2006/relationships/font" Target="fonts/NotoSansSymbols-bold.fntdata"/><Relationship Id="rId12" Type="http://schemas.openxmlformats.org/officeDocument/2006/relationships/slide" Target="slides/slide6.xml"/><Relationship Id="rId23" Type="http://schemas.openxmlformats.org/officeDocument/2006/relationships/font" Target="fonts/NotoSansSymbol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Fira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Engleber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f7682e42f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f7682e42f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f7682e42f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f7682e42f_2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f7682e42f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df7682e42f_2_2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f7682e42f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df7682e42f_2_2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f7682e42f_2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df7682e42f_2_2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f7682e42f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f7682e42f_2_2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f7682e42f_2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df7682e42f_2_3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f7682e42f_2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df7682e42f_2_3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f7682e42f_2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df7682e42f_2_4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f7682e42f_2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df7682e42f_2_5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df7682e42f_2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df7682e42f_2_5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5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342720" y="321120"/>
            <a:ext cx="8458200" cy="4286880"/>
          </a:xfrm>
          <a:custGeom>
            <a:rect b="b" l="l" r="r" t="t"/>
            <a:pathLst>
              <a:path extrusionOk="0" h="92579" w="109750">
                <a:moveTo>
                  <a:pt x="55074" y="0"/>
                </a:moveTo>
                <a:cubicBezTo>
                  <a:pt x="42379" y="0"/>
                  <a:pt x="29669" y="3991"/>
                  <a:pt x="19301" y="11831"/>
                </a:cubicBezTo>
                <a:cubicBezTo>
                  <a:pt x="14086" y="15773"/>
                  <a:pt x="9378" y="20695"/>
                  <a:pt x="6491" y="26779"/>
                </a:cubicBezTo>
                <a:cubicBezTo>
                  <a:pt x="4557" y="30852"/>
                  <a:pt x="3487" y="35335"/>
                  <a:pt x="2788" y="39837"/>
                </a:cubicBezTo>
                <a:cubicBezTo>
                  <a:pt x="1" y="57762"/>
                  <a:pt x="3067" y="76642"/>
                  <a:pt x="11226" y="92577"/>
                </a:cubicBezTo>
                <a:lnTo>
                  <a:pt x="105805" y="92579"/>
                </a:lnTo>
                <a:cubicBezTo>
                  <a:pt x="106679" y="91200"/>
                  <a:pt x="107295" y="89615"/>
                  <a:pt x="107772" y="88021"/>
                </a:cubicBezTo>
                <a:cubicBezTo>
                  <a:pt x="109749" y="81431"/>
                  <a:pt x="109654" y="74152"/>
                  <a:pt x="107506" y="67622"/>
                </a:cubicBezTo>
                <a:cubicBezTo>
                  <a:pt x="106608" y="64892"/>
                  <a:pt x="105364" y="62293"/>
                  <a:pt x="104652" y="59501"/>
                </a:cubicBezTo>
                <a:cubicBezTo>
                  <a:pt x="102570" y="51326"/>
                  <a:pt x="105264" y="42580"/>
                  <a:pt x="104152" y="34190"/>
                </a:cubicBezTo>
                <a:cubicBezTo>
                  <a:pt x="102627" y="22716"/>
                  <a:pt x="94137" y="13528"/>
                  <a:pt x="84635" y="7927"/>
                </a:cubicBezTo>
                <a:cubicBezTo>
                  <a:pt x="75626" y="2618"/>
                  <a:pt x="65355" y="0"/>
                  <a:pt x="55074" y="0"/>
                </a:cubicBezTo>
                <a:close/>
              </a:path>
            </a:pathLst>
          </a:custGeom>
          <a:solidFill>
            <a:srgbClr val="FF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0" y="4610880"/>
            <a:ext cx="9153720" cy="53244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" name="Google Shape;54;p14"/>
          <p:cNvSpPr txBox="1"/>
          <p:nvPr>
            <p:ph type="title"/>
          </p:nvPr>
        </p:nvSpPr>
        <p:spPr>
          <a:xfrm>
            <a:off x="1669680" y="1311120"/>
            <a:ext cx="5803920" cy="20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55" name="Google Shape;55;p14"/>
          <p:cNvGrpSpPr/>
          <p:nvPr/>
        </p:nvGrpSpPr>
        <p:grpSpPr>
          <a:xfrm>
            <a:off x="436052" y="1247777"/>
            <a:ext cx="252034" cy="251458"/>
            <a:chOff x="436052" y="1247777"/>
            <a:chExt cx="252034" cy="251458"/>
          </a:xfrm>
        </p:grpSpPr>
        <p:sp>
          <p:nvSpPr>
            <p:cNvPr id="56" name="Google Shape;56;p14"/>
            <p:cNvSpPr/>
            <p:nvPr/>
          </p:nvSpPr>
          <p:spPr>
            <a:xfrm rot="-2224800">
              <a:off x="445680" y="13507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 rot="-2224800">
              <a:off x="506520" y="133380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 rot="-2224800">
              <a:off x="498240" y="12772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rot="-2224800">
              <a:off x="581400" y="12578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1147113" y="299581"/>
            <a:ext cx="379130" cy="373419"/>
            <a:chOff x="1147113" y="299581"/>
            <a:chExt cx="379130" cy="373419"/>
          </a:xfrm>
        </p:grpSpPr>
        <p:sp>
          <p:nvSpPr>
            <p:cNvPr id="61" name="Google Shape;61;p14"/>
            <p:cNvSpPr/>
            <p:nvPr/>
          </p:nvSpPr>
          <p:spPr>
            <a:xfrm rot="-1463400">
              <a:off x="1159560" y="4089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-1463400">
              <a:off x="1242720" y="42156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 rot="-1463400">
              <a:off x="1266480" y="3135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 rot="-1463400">
              <a:off x="1402200" y="31248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_1" type="blank">
  <p:cSld name="BLANK">
    <p:bg>
      <p:bgPr>
        <a:solidFill>
          <a:schemeClr val="accent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65880" y="307440"/>
            <a:ext cx="9438120" cy="4317480"/>
          </a:xfrm>
          <a:custGeom>
            <a:rect b="b" l="l" r="r" t="t"/>
            <a:pathLst>
              <a:path extrusionOk="0" h="57995" w="133291">
                <a:moveTo>
                  <a:pt x="64604" y="1"/>
                </a:moveTo>
                <a:cubicBezTo>
                  <a:pt x="47368" y="1"/>
                  <a:pt x="32332" y="1689"/>
                  <a:pt x="29552" y="2463"/>
                </a:cubicBezTo>
                <a:cubicBezTo>
                  <a:pt x="18098" y="5654"/>
                  <a:pt x="6442" y="14715"/>
                  <a:pt x="7620" y="28860"/>
                </a:cubicBezTo>
                <a:cubicBezTo>
                  <a:pt x="8311" y="37027"/>
                  <a:pt x="0" y="40218"/>
                  <a:pt x="6442" y="57994"/>
                </a:cubicBezTo>
                <a:lnTo>
                  <a:pt x="119456" y="57994"/>
                </a:lnTo>
                <a:cubicBezTo>
                  <a:pt x="119456" y="57994"/>
                  <a:pt x="133291" y="14917"/>
                  <a:pt x="108193" y="5630"/>
                </a:cubicBezTo>
                <a:cubicBezTo>
                  <a:pt x="96476" y="1295"/>
                  <a:pt x="79696" y="1"/>
                  <a:pt x="64604" y="1"/>
                </a:cubicBezTo>
                <a:close/>
              </a:path>
            </a:pathLst>
          </a:custGeom>
          <a:solidFill>
            <a:srgbClr val="FF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0" y="4610880"/>
            <a:ext cx="9153720" cy="53244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4761360" y="1429560"/>
            <a:ext cx="3182040" cy="124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70" name="Google Shape;70;p15"/>
          <p:cNvGrpSpPr/>
          <p:nvPr/>
        </p:nvGrpSpPr>
        <p:grpSpPr>
          <a:xfrm>
            <a:off x="8468952" y="1810596"/>
            <a:ext cx="391104" cy="380031"/>
            <a:chOff x="8468952" y="1810596"/>
            <a:chExt cx="391104" cy="380031"/>
          </a:xfrm>
        </p:grpSpPr>
        <p:sp>
          <p:nvSpPr>
            <p:cNvPr id="71" name="Google Shape;71;p15"/>
            <p:cNvSpPr/>
            <p:nvPr/>
          </p:nvSpPr>
          <p:spPr>
            <a:xfrm rot="1509600">
              <a:off x="8537040" y="18237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 rot="1509600">
              <a:off x="8501400" y="193824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 rot="1509600">
              <a:off x="8678880" y="18435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 rot="1509600">
              <a:off x="8768160" y="19461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6380159" y="307265"/>
            <a:ext cx="286182" cy="276562"/>
            <a:chOff x="6380159" y="307265"/>
            <a:chExt cx="286182" cy="276562"/>
          </a:xfrm>
        </p:grpSpPr>
        <p:sp>
          <p:nvSpPr>
            <p:cNvPr id="76" name="Google Shape;76;p15"/>
            <p:cNvSpPr/>
            <p:nvPr/>
          </p:nvSpPr>
          <p:spPr>
            <a:xfrm rot="1290000">
              <a:off x="6420600" y="3160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 rot="1290000">
              <a:off x="6402240" y="39852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 rot="1290000">
              <a:off x="6527520" y="3240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 rot="1290000">
              <a:off x="6598800" y="39636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92160" y="192240"/>
            <a:ext cx="9143640" cy="4607640"/>
          </a:xfrm>
          <a:custGeom>
            <a:rect b="b" l="l" r="r" t="t"/>
            <a:pathLst>
              <a:path extrusionOk="0" h="58574" w="112229">
                <a:moveTo>
                  <a:pt x="52457" y="0"/>
                </a:moveTo>
                <a:cubicBezTo>
                  <a:pt x="35653" y="0"/>
                  <a:pt x="20526" y="2280"/>
                  <a:pt x="14586" y="7162"/>
                </a:cubicBezTo>
                <a:cubicBezTo>
                  <a:pt x="8632" y="12080"/>
                  <a:pt x="6239" y="19200"/>
                  <a:pt x="6001" y="22593"/>
                </a:cubicBezTo>
                <a:cubicBezTo>
                  <a:pt x="5846" y="24950"/>
                  <a:pt x="5430" y="30403"/>
                  <a:pt x="4763" y="32678"/>
                </a:cubicBezTo>
                <a:cubicBezTo>
                  <a:pt x="3108" y="38381"/>
                  <a:pt x="0" y="47858"/>
                  <a:pt x="3132" y="58574"/>
                </a:cubicBezTo>
                <a:lnTo>
                  <a:pt x="105335" y="58574"/>
                </a:lnTo>
                <a:cubicBezTo>
                  <a:pt x="105335" y="58574"/>
                  <a:pt x="112229" y="50751"/>
                  <a:pt x="105335" y="42441"/>
                </a:cubicBezTo>
                <a:cubicBezTo>
                  <a:pt x="102001" y="38440"/>
                  <a:pt x="104764" y="29903"/>
                  <a:pt x="105954" y="23081"/>
                </a:cubicBezTo>
                <a:cubicBezTo>
                  <a:pt x="107347" y="15175"/>
                  <a:pt x="101942" y="6662"/>
                  <a:pt x="94155" y="4698"/>
                </a:cubicBezTo>
                <a:cubicBezTo>
                  <a:pt x="82086" y="1631"/>
                  <a:pt x="66671" y="0"/>
                  <a:pt x="52457" y="0"/>
                </a:cubicBezTo>
                <a:close/>
              </a:path>
            </a:pathLst>
          </a:custGeom>
          <a:solidFill>
            <a:srgbClr val="FF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0" y="4610880"/>
            <a:ext cx="9153720" cy="53244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85" name="Google Shape;85;p16"/>
          <p:cNvGrpSpPr/>
          <p:nvPr/>
        </p:nvGrpSpPr>
        <p:grpSpPr>
          <a:xfrm>
            <a:off x="220518" y="2356431"/>
            <a:ext cx="246602" cy="239385"/>
            <a:chOff x="220518" y="2356431"/>
            <a:chExt cx="246602" cy="239385"/>
          </a:xfrm>
        </p:grpSpPr>
        <p:sp>
          <p:nvSpPr>
            <p:cNvPr id="86" name="Google Shape;86;p16"/>
            <p:cNvSpPr/>
            <p:nvPr/>
          </p:nvSpPr>
          <p:spPr>
            <a:xfrm rot="1554000">
              <a:off x="265320" y="23648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 rot="1554000">
              <a:off x="241200" y="243684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 rot="1554000">
              <a:off x="354240" y="23781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 rot="1554000">
              <a:off x="409320" y="24433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8456352" y="2530236"/>
            <a:ext cx="391104" cy="380031"/>
            <a:chOff x="8456352" y="2530236"/>
            <a:chExt cx="391104" cy="380031"/>
          </a:xfrm>
        </p:grpSpPr>
        <p:sp>
          <p:nvSpPr>
            <p:cNvPr id="91" name="Google Shape;91;p16"/>
            <p:cNvSpPr/>
            <p:nvPr/>
          </p:nvSpPr>
          <p:spPr>
            <a:xfrm rot="1509600">
              <a:off x="8524440" y="254340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 rot="1509600">
              <a:off x="8488800" y="265788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 rot="1509600">
              <a:off x="8666280" y="25628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 rot="1509600">
              <a:off x="8755560" y="266580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bg>
      <p:bgPr>
        <a:solidFill>
          <a:schemeClr val="accent5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65880" y="307440"/>
            <a:ext cx="9438120" cy="4317480"/>
          </a:xfrm>
          <a:custGeom>
            <a:rect b="b" l="l" r="r" t="t"/>
            <a:pathLst>
              <a:path extrusionOk="0" h="57995" w="133291">
                <a:moveTo>
                  <a:pt x="64604" y="1"/>
                </a:moveTo>
                <a:cubicBezTo>
                  <a:pt x="47368" y="1"/>
                  <a:pt x="32332" y="1689"/>
                  <a:pt x="29552" y="2463"/>
                </a:cubicBezTo>
                <a:cubicBezTo>
                  <a:pt x="18098" y="5654"/>
                  <a:pt x="6442" y="14715"/>
                  <a:pt x="7620" y="28860"/>
                </a:cubicBezTo>
                <a:cubicBezTo>
                  <a:pt x="8311" y="37027"/>
                  <a:pt x="0" y="40218"/>
                  <a:pt x="6442" y="57994"/>
                </a:cubicBezTo>
                <a:lnTo>
                  <a:pt x="119456" y="57994"/>
                </a:lnTo>
                <a:cubicBezTo>
                  <a:pt x="119456" y="57994"/>
                  <a:pt x="133291" y="14917"/>
                  <a:pt x="108193" y="5630"/>
                </a:cubicBezTo>
                <a:cubicBezTo>
                  <a:pt x="96476" y="1295"/>
                  <a:pt x="79696" y="1"/>
                  <a:pt x="64604" y="1"/>
                </a:cubicBezTo>
                <a:close/>
              </a:path>
            </a:pathLst>
          </a:custGeom>
          <a:solidFill>
            <a:srgbClr val="FF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4610880"/>
            <a:ext cx="9153720" cy="53244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1500480" y="1290240"/>
            <a:ext cx="4401000" cy="627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00" name="Google Shape;100;p17"/>
          <p:cNvGrpSpPr/>
          <p:nvPr/>
        </p:nvGrpSpPr>
        <p:grpSpPr>
          <a:xfrm>
            <a:off x="8290319" y="809105"/>
            <a:ext cx="286182" cy="276922"/>
            <a:chOff x="8290319" y="809105"/>
            <a:chExt cx="286182" cy="276922"/>
          </a:xfrm>
        </p:grpSpPr>
        <p:sp>
          <p:nvSpPr>
            <p:cNvPr id="101" name="Google Shape;101;p17"/>
            <p:cNvSpPr/>
            <p:nvPr/>
          </p:nvSpPr>
          <p:spPr>
            <a:xfrm rot="1290000">
              <a:off x="8330400" y="81792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" name="Google Shape;102;p17"/>
            <p:cNvSpPr/>
            <p:nvPr/>
          </p:nvSpPr>
          <p:spPr>
            <a:xfrm rot="1290000">
              <a:off x="8312400" y="90072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 rot="1290000">
              <a:off x="8437320" y="8258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 rot="1290000">
              <a:off x="8508960" y="8982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">
  <p:cSld name="CUSTOM_2">
    <p:bg>
      <p:bgPr>
        <a:solidFill>
          <a:schemeClr val="accent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 flipH="1">
            <a:off x="-338400" y="307440"/>
            <a:ext cx="9438120" cy="4317480"/>
          </a:xfrm>
          <a:custGeom>
            <a:rect b="b" l="l" r="r" t="t"/>
            <a:pathLst>
              <a:path extrusionOk="0" h="57995" w="133291">
                <a:moveTo>
                  <a:pt x="64604" y="1"/>
                </a:moveTo>
                <a:cubicBezTo>
                  <a:pt x="47368" y="1"/>
                  <a:pt x="32332" y="1689"/>
                  <a:pt x="29552" y="2463"/>
                </a:cubicBezTo>
                <a:cubicBezTo>
                  <a:pt x="18098" y="5654"/>
                  <a:pt x="6442" y="14715"/>
                  <a:pt x="7620" y="28860"/>
                </a:cubicBezTo>
                <a:cubicBezTo>
                  <a:pt x="8311" y="37027"/>
                  <a:pt x="0" y="40218"/>
                  <a:pt x="6442" y="57994"/>
                </a:cubicBezTo>
                <a:lnTo>
                  <a:pt x="119456" y="57994"/>
                </a:lnTo>
                <a:cubicBezTo>
                  <a:pt x="119456" y="57994"/>
                  <a:pt x="133291" y="14917"/>
                  <a:pt x="108193" y="5630"/>
                </a:cubicBezTo>
                <a:cubicBezTo>
                  <a:pt x="96476" y="1295"/>
                  <a:pt x="79696" y="1"/>
                  <a:pt x="64604" y="1"/>
                </a:cubicBezTo>
                <a:close/>
              </a:path>
            </a:pathLst>
          </a:custGeom>
          <a:solidFill>
            <a:srgbClr val="FF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0" y="4610880"/>
            <a:ext cx="9153720" cy="53244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1294920" y="1343520"/>
            <a:ext cx="3848400" cy="49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10" name="Google Shape;110;p18"/>
          <p:cNvGrpSpPr/>
          <p:nvPr/>
        </p:nvGrpSpPr>
        <p:grpSpPr>
          <a:xfrm>
            <a:off x="7743839" y="403745"/>
            <a:ext cx="285822" cy="276922"/>
            <a:chOff x="7743839" y="403745"/>
            <a:chExt cx="285822" cy="276922"/>
          </a:xfrm>
        </p:grpSpPr>
        <p:sp>
          <p:nvSpPr>
            <p:cNvPr id="111" name="Google Shape;111;p18"/>
            <p:cNvSpPr/>
            <p:nvPr/>
          </p:nvSpPr>
          <p:spPr>
            <a:xfrm rot="1290000">
              <a:off x="7783920" y="41256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 rot="1290000">
              <a:off x="7765920" y="49536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" name="Google Shape;113;p18"/>
            <p:cNvSpPr/>
            <p:nvPr/>
          </p:nvSpPr>
          <p:spPr>
            <a:xfrm rot="1290000">
              <a:off x="7890840" y="4204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 rot="1290000">
              <a:off x="7962120" y="4928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2">
  <p:cSld name="BLANK_1_1_1_1_1_1_2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48240" y="154800"/>
            <a:ext cx="8964720" cy="4527360"/>
          </a:xfrm>
          <a:custGeom>
            <a:rect b="b" l="l" r="r" t="t"/>
            <a:pathLst>
              <a:path extrusionOk="0" h="50985" w="93044">
                <a:moveTo>
                  <a:pt x="49669" y="1"/>
                </a:moveTo>
                <a:cubicBezTo>
                  <a:pt x="34944" y="1"/>
                  <a:pt x="22139" y="2939"/>
                  <a:pt x="14286" y="5724"/>
                </a:cubicBezTo>
                <a:cubicBezTo>
                  <a:pt x="10587" y="7036"/>
                  <a:pt x="7144" y="9486"/>
                  <a:pt x="5103" y="11572"/>
                </a:cubicBezTo>
                <a:cubicBezTo>
                  <a:pt x="3737" y="12969"/>
                  <a:pt x="2465" y="15435"/>
                  <a:pt x="1969" y="16979"/>
                </a:cubicBezTo>
                <a:cubicBezTo>
                  <a:pt x="0" y="23126"/>
                  <a:pt x="3567" y="45393"/>
                  <a:pt x="9330" y="50857"/>
                </a:cubicBezTo>
                <a:lnTo>
                  <a:pt x="87887" y="50984"/>
                </a:lnTo>
                <a:cubicBezTo>
                  <a:pt x="88505" y="50511"/>
                  <a:pt x="89409" y="49173"/>
                  <a:pt x="89747" y="48626"/>
                </a:cubicBezTo>
                <a:cubicBezTo>
                  <a:pt x="91143" y="46365"/>
                  <a:pt x="93043" y="43622"/>
                  <a:pt x="92663" y="38176"/>
                </a:cubicBezTo>
                <a:cubicBezTo>
                  <a:pt x="92541" y="36429"/>
                  <a:pt x="89020" y="30180"/>
                  <a:pt x="87516" y="28080"/>
                </a:cubicBezTo>
                <a:cubicBezTo>
                  <a:pt x="85668" y="25503"/>
                  <a:pt x="91200" y="15848"/>
                  <a:pt x="90414" y="12971"/>
                </a:cubicBezTo>
                <a:cubicBezTo>
                  <a:pt x="89338" y="9036"/>
                  <a:pt x="84705" y="5947"/>
                  <a:pt x="78010" y="3964"/>
                </a:cubicBezTo>
                <a:cubicBezTo>
                  <a:pt x="68307" y="1089"/>
                  <a:pt x="58632" y="1"/>
                  <a:pt x="49669" y="1"/>
                </a:cubicBezTo>
                <a:close/>
              </a:path>
            </a:pathLst>
          </a:custGeom>
          <a:solidFill>
            <a:srgbClr val="FF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0" y="4610880"/>
            <a:ext cx="9153720" cy="53244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1605960" y="669600"/>
            <a:ext cx="4283640" cy="99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19"/>
          <p:cNvSpPr/>
          <p:nvPr/>
        </p:nvSpPr>
        <p:spPr>
          <a:xfrm>
            <a:off x="1605960" y="3768840"/>
            <a:ext cx="398808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CREDITS: This presentation template was created by </a:t>
            </a:r>
            <a:r>
              <a:rPr b="1" lang="en" sz="1000" u="sng" strike="noStrike">
                <a:solidFill>
                  <a:schemeClr val="hlink"/>
                </a:solidFill>
                <a:latin typeface="Fira Sans"/>
                <a:ea typeface="Fira Sans"/>
                <a:cs typeface="Fira Sans"/>
                <a:sym typeface="Fira Sans"/>
                <a:hlinkClick r:id="rId2"/>
              </a:rPr>
              <a:t>Slidesgo</a:t>
            </a:r>
            <a:r>
              <a:rPr b="0" lang="en" sz="10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, and includes icons by </a:t>
            </a:r>
            <a:r>
              <a:rPr b="1" lang="en" sz="1000" u="sng" strike="noStrike">
                <a:solidFill>
                  <a:schemeClr val="hlink"/>
                </a:solidFill>
                <a:latin typeface="Fira Sans"/>
                <a:ea typeface="Fira Sans"/>
                <a:cs typeface="Fira Sans"/>
                <a:sym typeface="Fira Sans"/>
                <a:hlinkClick r:id="rId3"/>
              </a:rPr>
              <a:t>Flaticon</a:t>
            </a:r>
            <a:r>
              <a:rPr b="0" lang="en" sz="10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, and infographics &amp; images by </a:t>
            </a:r>
            <a:r>
              <a:rPr b="1" lang="en" sz="1000" u="sng" strike="noStrike">
                <a:solidFill>
                  <a:schemeClr val="hlink"/>
                </a:solidFill>
                <a:latin typeface="Fira Sans"/>
                <a:ea typeface="Fira Sans"/>
                <a:cs typeface="Fira Sans"/>
                <a:sym typeface="Fira Sans"/>
                <a:hlinkClick r:id="rId4"/>
              </a:rPr>
              <a:t>Freepik</a:t>
            </a:r>
            <a:endParaRPr b="0" sz="1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1" name="Google Shape;121;p19"/>
          <p:cNvGrpSpPr/>
          <p:nvPr/>
        </p:nvGrpSpPr>
        <p:grpSpPr>
          <a:xfrm>
            <a:off x="547267" y="1387512"/>
            <a:ext cx="357478" cy="352571"/>
            <a:chOff x="547267" y="1387512"/>
            <a:chExt cx="357478" cy="352571"/>
          </a:xfrm>
        </p:grpSpPr>
        <p:sp>
          <p:nvSpPr>
            <p:cNvPr id="122" name="Google Shape;122;p19"/>
            <p:cNvSpPr/>
            <p:nvPr/>
          </p:nvSpPr>
          <p:spPr>
            <a:xfrm rot="772200">
              <a:off x="566280" y="140652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 rot="772200">
              <a:off x="567360" y="150588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 rot="772200">
              <a:off x="709200" y="13953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" name="Google Shape;125;p19"/>
            <p:cNvSpPr/>
            <p:nvPr/>
          </p:nvSpPr>
          <p:spPr>
            <a:xfrm rot="772200">
              <a:off x="817920" y="147672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6" name="Google Shape;126;p19"/>
          <p:cNvGrpSpPr/>
          <p:nvPr/>
        </p:nvGrpSpPr>
        <p:grpSpPr>
          <a:xfrm>
            <a:off x="563573" y="3054566"/>
            <a:ext cx="302099" cy="296240"/>
            <a:chOff x="563573" y="3054566"/>
            <a:chExt cx="302099" cy="296240"/>
          </a:xfrm>
        </p:grpSpPr>
        <p:sp>
          <p:nvSpPr>
            <p:cNvPr id="127" name="Google Shape;127;p19"/>
            <p:cNvSpPr/>
            <p:nvPr/>
          </p:nvSpPr>
          <p:spPr>
            <a:xfrm rot="2028000">
              <a:off x="638280" y="306612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" name="Google Shape;128;p19"/>
            <p:cNvSpPr/>
            <p:nvPr/>
          </p:nvSpPr>
          <p:spPr>
            <a:xfrm rot="2028000">
              <a:off x="591120" y="315540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 rot="2028000">
              <a:off x="741240" y="309672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" name="Google Shape;130;p19"/>
            <p:cNvSpPr/>
            <p:nvPr/>
          </p:nvSpPr>
          <p:spPr>
            <a:xfrm rot="2028000">
              <a:off x="795600" y="318276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AAC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1666800" y="1314360"/>
            <a:ext cx="5800320" cy="20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153D"/>
              </a:buClr>
              <a:buSzPts val="7600"/>
              <a:buFont typeface="Englebert"/>
              <a:buNone/>
            </a:pPr>
            <a:r>
              <a:rPr b="0" lang="en" sz="7600" u="none" strike="noStrike">
                <a:solidFill>
                  <a:srgbClr val="3F153D"/>
                </a:solidFill>
                <a:latin typeface="Englebert"/>
                <a:ea typeface="Englebert"/>
                <a:cs typeface="Englebert"/>
                <a:sym typeface="Englebert"/>
              </a:rPr>
              <a:t>Cat vs </a:t>
            </a:r>
            <a:r>
              <a:rPr b="0" lang="en" sz="7600" u="none" strike="noStrike">
                <a:solidFill>
                  <a:schemeClr val="lt2"/>
                </a:solidFill>
                <a:latin typeface="Englebert"/>
                <a:ea typeface="Englebert"/>
                <a:cs typeface="Englebert"/>
                <a:sym typeface="Englebert"/>
              </a:rPr>
              <a:t>Dog</a:t>
            </a:r>
            <a:endParaRPr b="0" sz="7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2400480" y="3343320"/>
            <a:ext cx="436212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9999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CNN image classification project — ITAI 1378 final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7" name="Google Shape;137;p20"/>
          <p:cNvGrpSpPr/>
          <p:nvPr/>
        </p:nvGrpSpPr>
        <p:grpSpPr>
          <a:xfrm>
            <a:off x="208440" y="2871720"/>
            <a:ext cx="1814760" cy="1895040"/>
            <a:chOff x="208440" y="2871720"/>
            <a:chExt cx="1814760" cy="1895040"/>
          </a:xfrm>
        </p:grpSpPr>
        <p:sp>
          <p:nvSpPr>
            <p:cNvPr id="138" name="Google Shape;138;p20"/>
            <p:cNvSpPr/>
            <p:nvPr/>
          </p:nvSpPr>
          <p:spPr>
            <a:xfrm>
              <a:off x="208440" y="3249720"/>
              <a:ext cx="660240" cy="1320840"/>
            </a:xfrm>
            <a:custGeom>
              <a:rect b="b" l="l" r="r" t="t"/>
              <a:pathLst>
                <a:path extrusionOk="0" h="44196" w="22103">
                  <a:moveTo>
                    <a:pt x="5185" y="1"/>
                  </a:moveTo>
                  <a:cubicBezTo>
                    <a:pt x="3826" y="1"/>
                    <a:pt x="2502" y="337"/>
                    <a:pt x="1369" y="1114"/>
                  </a:cubicBezTo>
                  <a:cubicBezTo>
                    <a:pt x="656" y="1601"/>
                    <a:pt x="1" y="2385"/>
                    <a:pt x="142" y="3236"/>
                  </a:cubicBezTo>
                  <a:cubicBezTo>
                    <a:pt x="260" y="3959"/>
                    <a:pt x="931" y="4483"/>
                    <a:pt x="1633" y="4688"/>
                  </a:cubicBezTo>
                  <a:cubicBezTo>
                    <a:pt x="2334" y="4894"/>
                    <a:pt x="3081" y="4854"/>
                    <a:pt x="3813" y="4884"/>
                  </a:cubicBezTo>
                  <a:cubicBezTo>
                    <a:pt x="7214" y="5020"/>
                    <a:pt x="10529" y="6766"/>
                    <a:pt x="12533" y="9522"/>
                  </a:cubicBezTo>
                  <a:cubicBezTo>
                    <a:pt x="14534" y="12278"/>
                    <a:pt x="15170" y="15991"/>
                    <a:pt x="14158" y="19244"/>
                  </a:cubicBezTo>
                  <a:cubicBezTo>
                    <a:pt x="12840" y="23480"/>
                    <a:pt x="8966" y="26829"/>
                    <a:pt x="8689" y="31257"/>
                  </a:cubicBezTo>
                  <a:cubicBezTo>
                    <a:pt x="8488" y="34421"/>
                    <a:pt x="10260" y="37452"/>
                    <a:pt x="12644" y="39540"/>
                  </a:cubicBezTo>
                  <a:cubicBezTo>
                    <a:pt x="14228" y="40930"/>
                    <a:pt x="16068" y="41969"/>
                    <a:pt x="17956" y="42884"/>
                  </a:cubicBezTo>
                  <a:cubicBezTo>
                    <a:pt x="18458" y="43129"/>
                    <a:pt x="20196" y="44196"/>
                    <a:pt x="21238" y="44196"/>
                  </a:cubicBezTo>
                  <a:cubicBezTo>
                    <a:pt x="21756" y="44196"/>
                    <a:pt x="22102" y="43933"/>
                    <a:pt x="22040" y="43174"/>
                  </a:cubicBezTo>
                  <a:cubicBezTo>
                    <a:pt x="21988" y="42553"/>
                    <a:pt x="21523" y="42053"/>
                    <a:pt x="21055" y="41642"/>
                  </a:cubicBezTo>
                  <a:cubicBezTo>
                    <a:pt x="19321" y="40128"/>
                    <a:pt x="17199" y="39141"/>
                    <a:pt x="15333" y="37796"/>
                  </a:cubicBezTo>
                  <a:cubicBezTo>
                    <a:pt x="13466" y="36452"/>
                    <a:pt x="11771" y="34560"/>
                    <a:pt x="11566" y="32269"/>
                  </a:cubicBezTo>
                  <a:cubicBezTo>
                    <a:pt x="11393" y="30347"/>
                    <a:pt x="12288" y="28511"/>
                    <a:pt x="13134" y="26777"/>
                  </a:cubicBezTo>
                  <a:cubicBezTo>
                    <a:pt x="15638" y="21629"/>
                    <a:pt x="17943" y="15912"/>
                    <a:pt x="16701" y="10324"/>
                  </a:cubicBezTo>
                  <a:cubicBezTo>
                    <a:pt x="15920" y="6794"/>
                    <a:pt x="13683" y="3607"/>
                    <a:pt x="10631" y="1670"/>
                  </a:cubicBezTo>
                  <a:cubicBezTo>
                    <a:pt x="9024" y="648"/>
                    <a:pt x="7070" y="1"/>
                    <a:pt x="5185" y="1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>
              <a:off x="1432800" y="3924720"/>
              <a:ext cx="495000" cy="828720"/>
            </a:xfrm>
            <a:custGeom>
              <a:rect b="b" l="l" r="r" t="t"/>
              <a:pathLst>
                <a:path extrusionOk="0" h="27739" w="16571">
                  <a:moveTo>
                    <a:pt x="7865" y="1"/>
                  </a:moveTo>
                  <a:lnTo>
                    <a:pt x="1" y="881"/>
                  </a:lnTo>
                  <a:cubicBezTo>
                    <a:pt x="1" y="881"/>
                    <a:pt x="2475" y="21308"/>
                    <a:pt x="4540" y="24140"/>
                  </a:cubicBezTo>
                  <a:cubicBezTo>
                    <a:pt x="6072" y="26241"/>
                    <a:pt x="8300" y="27529"/>
                    <a:pt x="10171" y="27529"/>
                  </a:cubicBezTo>
                  <a:cubicBezTo>
                    <a:pt x="11411" y="27529"/>
                    <a:pt x="13021" y="27738"/>
                    <a:pt x="14105" y="27738"/>
                  </a:cubicBezTo>
                  <a:cubicBezTo>
                    <a:pt x="14656" y="27738"/>
                    <a:pt x="15070" y="27684"/>
                    <a:pt x="15232" y="27522"/>
                  </a:cubicBezTo>
                  <a:cubicBezTo>
                    <a:pt x="15714" y="27040"/>
                    <a:pt x="16570" y="24769"/>
                    <a:pt x="13580" y="24140"/>
                  </a:cubicBezTo>
                  <a:cubicBezTo>
                    <a:pt x="10591" y="23512"/>
                    <a:pt x="5201" y="19853"/>
                    <a:pt x="7865" y="1"/>
                  </a:cubicBezTo>
                  <a:close/>
                </a:path>
              </a:pathLst>
            </a:custGeom>
            <a:solidFill>
              <a:srgbClr val="B36B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>
              <a:off x="754200" y="3418560"/>
              <a:ext cx="1125720" cy="1287360"/>
            </a:xfrm>
            <a:custGeom>
              <a:rect b="b" l="l" r="r" t="t"/>
              <a:pathLst>
                <a:path extrusionOk="0" h="43069" w="37667">
                  <a:moveTo>
                    <a:pt x="20385" y="0"/>
                  </a:moveTo>
                  <a:cubicBezTo>
                    <a:pt x="20385" y="0"/>
                    <a:pt x="20009" y="782"/>
                    <a:pt x="19474" y="1895"/>
                  </a:cubicBezTo>
                  <a:lnTo>
                    <a:pt x="19306" y="2242"/>
                  </a:lnTo>
                  <a:cubicBezTo>
                    <a:pt x="18193" y="4557"/>
                    <a:pt x="16540" y="7983"/>
                    <a:pt x="16026" y="8990"/>
                  </a:cubicBezTo>
                  <a:cubicBezTo>
                    <a:pt x="16021" y="8988"/>
                    <a:pt x="16017" y="8987"/>
                    <a:pt x="16012" y="8987"/>
                  </a:cubicBezTo>
                  <a:cubicBezTo>
                    <a:pt x="16010" y="8987"/>
                    <a:pt x="16008" y="8987"/>
                    <a:pt x="16006" y="8988"/>
                  </a:cubicBezTo>
                  <a:cubicBezTo>
                    <a:pt x="15797" y="8957"/>
                    <a:pt x="14055" y="8722"/>
                    <a:pt x="11889" y="8722"/>
                  </a:cubicBezTo>
                  <a:cubicBezTo>
                    <a:pt x="8934" y="8722"/>
                    <a:pt x="5191" y="9160"/>
                    <a:pt x="3474" y="11157"/>
                  </a:cubicBezTo>
                  <a:cubicBezTo>
                    <a:pt x="938" y="14104"/>
                    <a:pt x="0" y="18618"/>
                    <a:pt x="33" y="23272"/>
                  </a:cubicBezTo>
                  <a:cubicBezTo>
                    <a:pt x="65" y="30117"/>
                    <a:pt x="2185" y="37259"/>
                    <a:pt x="4342" y="40123"/>
                  </a:cubicBezTo>
                  <a:cubicBezTo>
                    <a:pt x="6066" y="42411"/>
                    <a:pt x="11608" y="43069"/>
                    <a:pt x="16947" y="43069"/>
                  </a:cubicBezTo>
                  <a:cubicBezTo>
                    <a:pt x="22843" y="43069"/>
                    <a:pt x="28493" y="42267"/>
                    <a:pt x="28484" y="41974"/>
                  </a:cubicBezTo>
                  <a:cubicBezTo>
                    <a:pt x="28385" y="38674"/>
                    <a:pt x="28781" y="27680"/>
                    <a:pt x="30557" y="24202"/>
                  </a:cubicBezTo>
                  <a:cubicBezTo>
                    <a:pt x="32633" y="20130"/>
                    <a:pt x="36539" y="16174"/>
                    <a:pt x="37199" y="14524"/>
                  </a:cubicBezTo>
                  <a:cubicBezTo>
                    <a:pt x="37667" y="13344"/>
                    <a:pt x="36135" y="6405"/>
                    <a:pt x="35230" y="2561"/>
                  </a:cubicBezTo>
                  <a:cubicBezTo>
                    <a:pt x="35230" y="2558"/>
                    <a:pt x="35228" y="2558"/>
                    <a:pt x="35228" y="2556"/>
                  </a:cubicBezTo>
                  <a:cubicBezTo>
                    <a:pt x="34869" y="1032"/>
                    <a:pt x="34609" y="0"/>
                    <a:pt x="34609" y="0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1093320" y="4421160"/>
              <a:ext cx="464400" cy="279000"/>
            </a:xfrm>
            <a:custGeom>
              <a:rect b="b" l="l" r="r" t="t"/>
              <a:pathLst>
                <a:path extrusionOk="0" h="9346" w="15546">
                  <a:moveTo>
                    <a:pt x="9918" y="1"/>
                  </a:moveTo>
                  <a:cubicBezTo>
                    <a:pt x="9918" y="1"/>
                    <a:pt x="7113" y="2829"/>
                    <a:pt x="1" y="2829"/>
                  </a:cubicBezTo>
                  <a:cubicBezTo>
                    <a:pt x="1" y="2829"/>
                    <a:pt x="874" y="8684"/>
                    <a:pt x="6183" y="9194"/>
                  </a:cubicBezTo>
                  <a:cubicBezTo>
                    <a:pt x="7312" y="9303"/>
                    <a:pt x="8385" y="9346"/>
                    <a:pt x="9374" y="9346"/>
                  </a:cubicBezTo>
                  <a:cubicBezTo>
                    <a:pt x="13033" y="9346"/>
                    <a:pt x="15546" y="8758"/>
                    <a:pt x="15546" y="8758"/>
                  </a:cubicBezTo>
                  <a:lnTo>
                    <a:pt x="9918" y="1"/>
                  </a:lnTo>
                  <a:close/>
                </a:path>
              </a:pathLst>
            </a:custGeom>
            <a:solidFill>
              <a:srgbClr val="F8DE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1667880" y="2871720"/>
              <a:ext cx="256680" cy="349200"/>
            </a:xfrm>
            <a:custGeom>
              <a:rect b="b" l="l" r="r" t="t"/>
              <a:pathLst>
                <a:path extrusionOk="0" h="11687" w="8595">
                  <a:moveTo>
                    <a:pt x="7595" y="1"/>
                  </a:moveTo>
                  <a:cubicBezTo>
                    <a:pt x="5898" y="1"/>
                    <a:pt x="1" y="6348"/>
                    <a:pt x="1" y="6348"/>
                  </a:cubicBezTo>
                  <a:lnTo>
                    <a:pt x="6225" y="11687"/>
                  </a:lnTo>
                  <a:cubicBezTo>
                    <a:pt x="6225" y="11687"/>
                    <a:pt x="8595" y="2254"/>
                    <a:pt x="8011" y="307"/>
                  </a:cubicBezTo>
                  <a:cubicBezTo>
                    <a:pt x="7947" y="95"/>
                    <a:pt x="7802" y="1"/>
                    <a:pt x="7595" y="1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1715040" y="2952360"/>
              <a:ext cx="170280" cy="238320"/>
            </a:xfrm>
            <a:custGeom>
              <a:rect b="b" l="l" r="r" t="t"/>
              <a:pathLst>
                <a:path extrusionOk="0" h="7979" w="5706">
                  <a:moveTo>
                    <a:pt x="3472" y="7978"/>
                  </a:moveTo>
                  <a:cubicBezTo>
                    <a:pt x="3472" y="7978"/>
                    <a:pt x="5705" y="1438"/>
                    <a:pt x="4884" y="718"/>
                  </a:cubicBezTo>
                  <a:cubicBezTo>
                    <a:pt x="4060" y="0"/>
                    <a:pt x="1" y="4332"/>
                    <a:pt x="1" y="4332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21000">
                  <a:srgbClr val="DA1745"/>
                </a:gs>
                <a:gs pos="76000">
                  <a:srgbClr val="FFE8ED"/>
                </a:gs>
                <a:gs pos="100000">
                  <a:srgbClr val="FFE8ED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1229760" y="2871720"/>
              <a:ext cx="256680" cy="349200"/>
            </a:xfrm>
            <a:custGeom>
              <a:rect b="b" l="l" r="r" t="t"/>
              <a:pathLst>
                <a:path extrusionOk="0" h="11687" w="8595">
                  <a:moveTo>
                    <a:pt x="999" y="1"/>
                  </a:moveTo>
                  <a:cubicBezTo>
                    <a:pt x="792" y="1"/>
                    <a:pt x="648" y="95"/>
                    <a:pt x="584" y="307"/>
                  </a:cubicBezTo>
                  <a:cubicBezTo>
                    <a:pt x="0" y="2254"/>
                    <a:pt x="2368" y="11687"/>
                    <a:pt x="2368" y="11687"/>
                  </a:cubicBezTo>
                  <a:lnTo>
                    <a:pt x="8594" y="6348"/>
                  </a:lnTo>
                  <a:cubicBezTo>
                    <a:pt x="8594" y="6348"/>
                    <a:pt x="2697" y="1"/>
                    <a:pt x="999" y="1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1269000" y="2952360"/>
              <a:ext cx="170280" cy="237960"/>
            </a:xfrm>
            <a:custGeom>
              <a:rect b="b" l="l" r="r" t="t"/>
              <a:pathLst>
                <a:path extrusionOk="0" h="7977" w="5708">
                  <a:moveTo>
                    <a:pt x="2234" y="7976"/>
                  </a:moveTo>
                  <a:cubicBezTo>
                    <a:pt x="2234" y="7976"/>
                    <a:pt x="0" y="1436"/>
                    <a:pt x="822" y="718"/>
                  </a:cubicBezTo>
                  <a:cubicBezTo>
                    <a:pt x="1643" y="1"/>
                    <a:pt x="5707" y="4330"/>
                    <a:pt x="5707" y="4330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21000">
                  <a:srgbClr val="DA1745"/>
                </a:gs>
                <a:gs pos="76000">
                  <a:srgbClr val="FFE8ED"/>
                </a:gs>
                <a:gs pos="100000">
                  <a:srgbClr val="FFE8ED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1106640" y="2982240"/>
              <a:ext cx="808560" cy="552240"/>
            </a:xfrm>
            <a:custGeom>
              <a:rect b="b" l="l" r="r" t="t"/>
              <a:pathLst>
                <a:path extrusionOk="0" h="18490" w="27060">
                  <a:moveTo>
                    <a:pt x="15936" y="1"/>
                  </a:moveTo>
                  <a:cubicBezTo>
                    <a:pt x="15160" y="1"/>
                    <a:pt x="14316" y="76"/>
                    <a:pt x="13434" y="271"/>
                  </a:cubicBezTo>
                  <a:cubicBezTo>
                    <a:pt x="12790" y="412"/>
                    <a:pt x="12160" y="610"/>
                    <a:pt x="11553" y="863"/>
                  </a:cubicBezTo>
                  <a:cubicBezTo>
                    <a:pt x="7348" y="2602"/>
                    <a:pt x="1" y="13021"/>
                    <a:pt x="7410" y="16782"/>
                  </a:cubicBezTo>
                  <a:cubicBezTo>
                    <a:pt x="7447" y="16801"/>
                    <a:pt x="7484" y="16816"/>
                    <a:pt x="7524" y="16839"/>
                  </a:cubicBezTo>
                  <a:cubicBezTo>
                    <a:pt x="7670" y="16908"/>
                    <a:pt x="7830" y="16977"/>
                    <a:pt x="7999" y="17044"/>
                  </a:cubicBezTo>
                  <a:cubicBezTo>
                    <a:pt x="7999" y="17046"/>
                    <a:pt x="7999" y="17049"/>
                    <a:pt x="8001" y="17049"/>
                  </a:cubicBezTo>
                  <a:cubicBezTo>
                    <a:pt x="10269" y="17971"/>
                    <a:pt x="14071" y="18489"/>
                    <a:pt x="17269" y="18489"/>
                  </a:cubicBezTo>
                  <a:cubicBezTo>
                    <a:pt x="19091" y="18489"/>
                    <a:pt x="20716" y="18321"/>
                    <a:pt x="21753" y="17964"/>
                  </a:cubicBezTo>
                  <a:cubicBezTo>
                    <a:pt x="21753" y="17964"/>
                    <a:pt x="22510" y="17732"/>
                    <a:pt x="23440" y="17153"/>
                  </a:cubicBezTo>
                  <a:cubicBezTo>
                    <a:pt x="24872" y="16262"/>
                    <a:pt x="26725" y="14555"/>
                    <a:pt x="26908" y="11634"/>
                  </a:cubicBezTo>
                  <a:cubicBezTo>
                    <a:pt x="27059" y="9261"/>
                    <a:pt x="24863" y="3576"/>
                    <a:pt x="20355" y="835"/>
                  </a:cubicBezTo>
                  <a:cubicBezTo>
                    <a:pt x="20355" y="835"/>
                    <a:pt x="19336" y="373"/>
                    <a:pt x="17743" y="135"/>
                  </a:cubicBezTo>
                  <a:cubicBezTo>
                    <a:pt x="17202" y="55"/>
                    <a:pt x="16593" y="1"/>
                    <a:pt x="15936" y="1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1438920" y="3211920"/>
              <a:ext cx="57240" cy="66600"/>
            </a:xfrm>
            <a:custGeom>
              <a:rect b="b" l="l" r="r" t="t"/>
              <a:pathLst>
                <a:path extrusionOk="0" h="2236" w="1928">
                  <a:moveTo>
                    <a:pt x="969" y="1"/>
                  </a:moveTo>
                  <a:cubicBezTo>
                    <a:pt x="457" y="1"/>
                    <a:pt x="32" y="485"/>
                    <a:pt x="17" y="1092"/>
                  </a:cubicBezTo>
                  <a:cubicBezTo>
                    <a:pt x="0" y="1710"/>
                    <a:pt x="411" y="2220"/>
                    <a:pt x="933" y="2235"/>
                  </a:cubicBezTo>
                  <a:cubicBezTo>
                    <a:pt x="939" y="2235"/>
                    <a:pt x="946" y="2235"/>
                    <a:pt x="952" y="2235"/>
                  </a:cubicBezTo>
                  <a:cubicBezTo>
                    <a:pt x="1468" y="2235"/>
                    <a:pt x="1893" y="1752"/>
                    <a:pt x="1910" y="1141"/>
                  </a:cubicBezTo>
                  <a:cubicBezTo>
                    <a:pt x="1927" y="525"/>
                    <a:pt x="1517" y="13"/>
                    <a:pt x="992" y="1"/>
                  </a:cubicBezTo>
                  <a:cubicBezTo>
                    <a:pt x="984" y="1"/>
                    <a:pt x="977" y="1"/>
                    <a:pt x="969" y="1"/>
                  </a:cubicBezTo>
                  <a:close/>
                </a:path>
              </a:pathLst>
            </a:custGeom>
            <a:solidFill>
              <a:srgbClr val="002E3C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1657800" y="3211920"/>
              <a:ext cx="57240" cy="66600"/>
            </a:xfrm>
            <a:custGeom>
              <a:rect b="b" l="l" r="r" t="t"/>
              <a:pathLst>
                <a:path extrusionOk="0" h="2236" w="1928">
                  <a:moveTo>
                    <a:pt x="972" y="1"/>
                  </a:moveTo>
                  <a:cubicBezTo>
                    <a:pt x="458" y="1"/>
                    <a:pt x="33" y="485"/>
                    <a:pt x="18" y="1092"/>
                  </a:cubicBezTo>
                  <a:cubicBezTo>
                    <a:pt x="1" y="1710"/>
                    <a:pt x="411" y="2220"/>
                    <a:pt x="936" y="2235"/>
                  </a:cubicBezTo>
                  <a:cubicBezTo>
                    <a:pt x="942" y="2235"/>
                    <a:pt x="949" y="2235"/>
                    <a:pt x="955" y="2235"/>
                  </a:cubicBezTo>
                  <a:cubicBezTo>
                    <a:pt x="1469" y="2235"/>
                    <a:pt x="1896" y="1752"/>
                    <a:pt x="1910" y="1141"/>
                  </a:cubicBezTo>
                  <a:cubicBezTo>
                    <a:pt x="1928" y="525"/>
                    <a:pt x="1517" y="13"/>
                    <a:pt x="995" y="1"/>
                  </a:cubicBezTo>
                  <a:cubicBezTo>
                    <a:pt x="987" y="1"/>
                    <a:pt x="980" y="1"/>
                    <a:pt x="972" y="1"/>
                  </a:cubicBezTo>
                  <a:close/>
                </a:path>
              </a:pathLst>
            </a:custGeom>
            <a:solidFill>
              <a:srgbClr val="002E3C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" name="Google Shape;149;p20"/>
            <p:cNvSpPr/>
            <p:nvPr/>
          </p:nvSpPr>
          <p:spPr>
            <a:xfrm>
              <a:off x="1324080" y="2982240"/>
              <a:ext cx="588240" cy="1709280"/>
            </a:xfrm>
            <a:custGeom>
              <a:rect b="b" l="l" r="r" t="t"/>
              <a:pathLst>
                <a:path extrusionOk="0" h="57187" w="19685">
                  <a:moveTo>
                    <a:pt x="8668" y="0"/>
                  </a:moveTo>
                  <a:cubicBezTo>
                    <a:pt x="7891" y="0"/>
                    <a:pt x="7045" y="75"/>
                    <a:pt x="6160" y="271"/>
                  </a:cubicBezTo>
                  <a:cubicBezTo>
                    <a:pt x="6581" y="2584"/>
                    <a:pt x="7466" y="7930"/>
                    <a:pt x="6902" y="9244"/>
                  </a:cubicBezTo>
                  <a:cubicBezTo>
                    <a:pt x="6175" y="10936"/>
                    <a:pt x="631" y="14298"/>
                    <a:pt x="337" y="15344"/>
                  </a:cubicBezTo>
                  <a:cubicBezTo>
                    <a:pt x="225" y="15735"/>
                    <a:pt x="265" y="16116"/>
                    <a:pt x="416" y="16492"/>
                  </a:cubicBezTo>
                  <a:cubicBezTo>
                    <a:pt x="495" y="16688"/>
                    <a:pt x="599" y="16873"/>
                    <a:pt x="723" y="17044"/>
                  </a:cubicBezTo>
                  <a:cubicBezTo>
                    <a:pt x="723" y="17046"/>
                    <a:pt x="725" y="17046"/>
                    <a:pt x="728" y="17046"/>
                  </a:cubicBezTo>
                  <a:cubicBezTo>
                    <a:pt x="0" y="21244"/>
                    <a:pt x="9569" y="23763"/>
                    <a:pt x="8711" y="27154"/>
                  </a:cubicBezTo>
                  <a:cubicBezTo>
                    <a:pt x="2474" y="51737"/>
                    <a:pt x="10041" y="57187"/>
                    <a:pt x="10041" y="57187"/>
                  </a:cubicBezTo>
                  <a:lnTo>
                    <a:pt x="10041" y="57187"/>
                  </a:lnTo>
                  <a:cubicBezTo>
                    <a:pt x="9940" y="53884"/>
                    <a:pt x="9720" y="42277"/>
                    <a:pt x="11496" y="38799"/>
                  </a:cubicBezTo>
                  <a:cubicBezTo>
                    <a:pt x="13572" y="34727"/>
                    <a:pt x="17478" y="30771"/>
                    <a:pt x="18138" y="29121"/>
                  </a:cubicBezTo>
                  <a:cubicBezTo>
                    <a:pt x="18606" y="27941"/>
                    <a:pt x="17074" y="21002"/>
                    <a:pt x="16167" y="17158"/>
                  </a:cubicBezTo>
                  <a:cubicBezTo>
                    <a:pt x="16167" y="17155"/>
                    <a:pt x="16167" y="17150"/>
                    <a:pt x="16167" y="17150"/>
                  </a:cubicBezTo>
                  <a:cubicBezTo>
                    <a:pt x="16167" y="17150"/>
                    <a:pt x="19684" y="15384"/>
                    <a:pt x="18227" y="12930"/>
                  </a:cubicBezTo>
                  <a:cubicBezTo>
                    <a:pt x="17557" y="11804"/>
                    <a:pt x="11093" y="12908"/>
                    <a:pt x="10170" y="8616"/>
                  </a:cubicBezTo>
                  <a:cubicBezTo>
                    <a:pt x="9584" y="5894"/>
                    <a:pt x="10049" y="2142"/>
                    <a:pt x="10469" y="133"/>
                  </a:cubicBezTo>
                  <a:cubicBezTo>
                    <a:pt x="9930" y="54"/>
                    <a:pt x="9323" y="0"/>
                    <a:pt x="8668" y="0"/>
                  </a:cubicBezTo>
                  <a:close/>
                </a:path>
              </a:pathLst>
            </a:custGeom>
            <a:solidFill>
              <a:srgbClr val="F8DE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1288080" y="3924720"/>
              <a:ext cx="544320" cy="828720"/>
            </a:xfrm>
            <a:custGeom>
              <a:rect b="b" l="l" r="r" t="t"/>
              <a:pathLst>
                <a:path extrusionOk="0" h="27739" w="18215">
                  <a:moveTo>
                    <a:pt x="8213" y="1"/>
                  </a:moveTo>
                  <a:lnTo>
                    <a:pt x="0" y="1906"/>
                  </a:lnTo>
                  <a:cubicBezTo>
                    <a:pt x="0" y="1906"/>
                    <a:pt x="1479" y="20321"/>
                    <a:pt x="5066" y="24140"/>
                  </a:cubicBezTo>
                  <a:cubicBezTo>
                    <a:pt x="6843" y="26035"/>
                    <a:pt x="9945" y="27529"/>
                    <a:pt x="11817" y="27529"/>
                  </a:cubicBezTo>
                  <a:cubicBezTo>
                    <a:pt x="13058" y="27529"/>
                    <a:pt x="14667" y="27738"/>
                    <a:pt x="15751" y="27738"/>
                  </a:cubicBezTo>
                  <a:cubicBezTo>
                    <a:pt x="16301" y="27738"/>
                    <a:pt x="16716" y="27684"/>
                    <a:pt x="16879" y="27522"/>
                  </a:cubicBezTo>
                  <a:cubicBezTo>
                    <a:pt x="17361" y="27040"/>
                    <a:pt x="18215" y="24769"/>
                    <a:pt x="15226" y="24140"/>
                  </a:cubicBezTo>
                  <a:cubicBezTo>
                    <a:pt x="12238" y="23512"/>
                    <a:pt x="5551" y="19853"/>
                    <a:pt x="8213" y="1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1580040" y="3325680"/>
              <a:ext cx="56520" cy="65160"/>
            </a:xfrm>
            <a:custGeom>
              <a:rect b="b" l="l" r="r" t="t"/>
              <a:pathLst>
                <a:path extrusionOk="0" fill="none" h="2188" w="1903">
                  <a:moveTo>
                    <a:pt x="161" y="0"/>
                  </a:moveTo>
                  <a:cubicBezTo>
                    <a:pt x="161" y="0"/>
                    <a:pt x="0" y="2187"/>
                    <a:pt x="950" y="2130"/>
                  </a:cubicBezTo>
                  <a:cubicBezTo>
                    <a:pt x="1903" y="2073"/>
                    <a:pt x="1870" y="1252"/>
                    <a:pt x="1870" y="1252"/>
                  </a:cubicBezTo>
                </a:path>
              </a:pathLst>
            </a:custGeom>
            <a:noFill/>
            <a:ln cap="rnd" cmpd="sng" w="9525">
              <a:solidFill>
                <a:srgbClr val="271F1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1533240" y="3325680"/>
              <a:ext cx="56520" cy="64800"/>
            </a:xfrm>
            <a:custGeom>
              <a:rect b="b" l="l" r="r" t="t"/>
              <a:pathLst>
                <a:path extrusionOk="0" fill="none" h="2183" w="1903">
                  <a:moveTo>
                    <a:pt x="1692" y="0"/>
                  </a:moveTo>
                  <a:cubicBezTo>
                    <a:pt x="1692" y="0"/>
                    <a:pt x="1903" y="2182"/>
                    <a:pt x="950" y="2148"/>
                  </a:cubicBezTo>
                  <a:cubicBezTo>
                    <a:pt x="0" y="2110"/>
                    <a:pt x="13" y="1289"/>
                    <a:pt x="13" y="1289"/>
                  </a:cubicBezTo>
                </a:path>
              </a:pathLst>
            </a:custGeom>
            <a:noFill/>
            <a:ln cap="rnd" cmpd="sng" w="9525">
              <a:solidFill>
                <a:srgbClr val="271F1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1544760" y="3304440"/>
              <a:ext cx="81720" cy="42120"/>
            </a:xfrm>
            <a:custGeom>
              <a:rect b="b" l="l" r="r" t="t"/>
              <a:pathLst>
                <a:path extrusionOk="0" h="1416" w="2742">
                  <a:moveTo>
                    <a:pt x="1699" y="1"/>
                  </a:moveTo>
                  <a:cubicBezTo>
                    <a:pt x="1013" y="1"/>
                    <a:pt x="157" y="125"/>
                    <a:pt x="109" y="362"/>
                  </a:cubicBezTo>
                  <a:cubicBezTo>
                    <a:pt x="1" y="906"/>
                    <a:pt x="948" y="1416"/>
                    <a:pt x="1338" y="1416"/>
                  </a:cubicBezTo>
                  <a:cubicBezTo>
                    <a:pt x="1340" y="1416"/>
                    <a:pt x="1342" y="1416"/>
                    <a:pt x="1343" y="1416"/>
                  </a:cubicBezTo>
                  <a:cubicBezTo>
                    <a:pt x="1759" y="1408"/>
                    <a:pt x="2741" y="557"/>
                    <a:pt x="2553" y="154"/>
                  </a:cubicBezTo>
                  <a:cubicBezTo>
                    <a:pt x="2505" y="51"/>
                    <a:pt x="2136" y="1"/>
                    <a:pt x="1699" y="1"/>
                  </a:cubicBezTo>
                  <a:close/>
                </a:path>
              </a:pathLst>
            </a:custGeom>
            <a:solidFill>
              <a:srgbClr val="F2776C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807120" y="4163400"/>
              <a:ext cx="609120" cy="603360"/>
            </a:xfrm>
            <a:custGeom>
              <a:rect b="b" l="l" r="r" t="t"/>
              <a:pathLst>
                <a:path extrusionOk="0" h="20190" w="20386">
                  <a:moveTo>
                    <a:pt x="5853" y="0"/>
                  </a:moveTo>
                  <a:cubicBezTo>
                    <a:pt x="893" y="0"/>
                    <a:pt x="1" y="8125"/>
                    <a:pt x="496" y="13267"/>
                  </a:cubicBezTo>
                  <a:cubicBezTo>
                    <a:pt x="1054" y="19044"/>
                    <a:pt x="6343" y="20190"/>
                    <a:pt x="11257" y="20190"/>
                  </a:cubicBezTo>
                  <a:cubicBezTo>
                    <a:pt x="13814" y="20190"/>
                    <a:pt x="16270" y="19879"/>
                    <a:pt x="17904" y="19751"/>
                  </a:cubicBezTo>
                  <a:cubicBezTo>
                    <a:pt x="20356" y="19555"/>
                    <a:pt x="20385" y="18061"/>
                    <a:pt x="19549" y="16611"/>
                  </a:cubicBezTo>
                  <a:cubicBezTo>
                    <a:pt x="19397" y="16348"/>
                    <a:pt x="18762" y="16310"/>
                    <a:pt x="17929" y="16310"/>
                  </a:cubicBezTo>
                  <a:cubicBezTo>
                    <a:pt x="17593" y="16310"/>
                    <a:pt x="17226" y="16316"/>
                    <a:pt x="16844" y="16316"/>
                  </a:cubicBezTo>
                  <a:cubicBezTo>
                    <a:pt x="14643" y="16316"/>
                    <a:pt x="11987" y="16112"/>
                    <a:pt x="12442" y="13346"/>
                  </a:cubicBezTo>
                  <a:cubicBezTo>
                    <a:pt x="13456" y="7159"/>
                    <a:pt x="11064" y="146"/>
                    <a:pt x="5985" y="2"/>
                  </a:cubicBezTo>
                  <a:cubicBezTo>
                    <a:pt x="5941" y="1"/>
                    <a:pt x="5897" y="0"/>
                    <a:pt x="5853" y="0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1308960" y="3485520"/>
              <a:ext cx="508320" cy="102240"/>
            </a:xfrm>
            <a:custGeom>
              <a:rect b="b" l="l" r="r" t="t"/>
              <a:pathLst>
                <a:path extrusionOk="0" h="3436" w="17011">
                  <a:moveTo>
                    <a:pt x="753" y="1"/>
                  </a:moveTo>
                  <a:cubicBezTo>
                    <a:pt x="1" y="196"/>
                    <a:pt x="508" y="2850"/>
                    <a:pt x="8807" y="3382"/>
                  </a:cubicBezTo>
                  <a:cubicBezTo>
                    <a:pt x="9374" y="3419"/>
                    <a:pt x="9900" y="3436"/>
                    <a:pt x="10388" y="3436"/>
                  </a:cubicBezTo>
                  <a:cubicBezTo>
                    <a:pt x="17011" y="3436"/>
                    <a:pt x="16672" y="320"/>
                    <a:pt x="16672" y="320"/>
                  </a:cubicBezTo>
                  <a:lnTo>
                    <a:pt x="16672" y="320"/>
                  </a:lnTo>
                  <a:cubicBezTo>
                    <a:pt x="14406" y="1393"/>
                    <a:pt x="11995" y="1761"/>
                    <a:pt x="9753" y="1761"/>
                  </a:cubicBezTo>
                  <a:cubicBezTo>
                    <a:pt x="4849" y="1761"/>
                    <a:pt x="753" y="1"/>
                    <a:pt x="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1100" lIns="91425" spcFirstLastPara="1" rIns="91425" wrap="square" tIns="5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1242720" y="3250440"/>
              <a:ext cx="180000" cy="118440"/>
            </a:xfrm>
            <a:custGeom>
              <a:rect b="b" l="l" r="r" t="t"/>
              <a:pathLst>
                <a:path extrusionOk="0" h="3975" w="6034">
                  <a:moveTo>
                    <a:pt x="249" y="0"/>
                  </a:moveTo>
                  <a:cubicBezTo>
                    <a:pt x="116" y="0"/>
                    <a:pt x="0" y="172"/>
                    <a:pt x="126" y="284"/>
                  </a:cubicBezTo>
                  <a:cubicBezTo>
                    <a:pt x="1779" y="1793"/>
                    <a:pt x="3661" y="3033"/>
                    <a:pt x="5700" y="3958"/>
                  </a:cubicBezTo>
                  <a:cubicBezTo>
                    <a:pt x="5725" y="3970"/>
                    <a:pt x="5749" y="3975"/>
                    <a:pt x="5773" y="3975"/>
                  </a:cubicBezTo>
                  <a:cubicBezTo>
                    <a:pt x="5930" y="3975"/>
                    <a:pt x="6033" y="3744"/>
                    <a:pt x="5863" y="3666"/>
                  </a:cubicBezTo>
                  <a:cubicBezTo>
                    <a:pt x="3849" y="2756"/>
                    <a:pt x="1991" y="1531"/>
                    <a:pt x="359" y="44"/>
                  </a:cubicBezTo>
                  <a:cubicBezTo>
                    <a:pt x="324" y="13"/>
                    <a:pt x="286" y="0"/>
                    <a:pt x="249" y="0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59400" lIns="91425" spcFirstLastPara="1" rIns="91425" wrap="square" tIns="59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1191960" y="3378600"/>
              <a:ext cx="210600" cy="31320"/>
            </a:xfrm>
            <a:custGeom>
              <a:rect b="b" l="l" r="r" t="t"/>
              <a:pathLst>
                <a:path extrusionOk="0" h="1062" w="7055">
                  <a:moveTo>
                    <a:pt x="241" y="1"/>
                  </a:moveTo>
                  <a:cubicBezTo>
                    <a:pt x="68" y="1"/>
                    <a:pt x="1" y="276"/>
                    <a:pt x="193" y="329"/>
                  </a:cubicBezTo>
                  <a:cubicBezTo>
                    <a:pt x="2006" y="814"/>
                    <a:pt x="3873" y="1061"/>
                    <a:pt x="5747" y="1061"/>
                  </a:cubicBezTo>
                  <a:cubicBezTo>
                    <a:pt x="6108" y="1061"/>
                    <a:pt x="6469" y="1052"/>
                    <a:pt x="6830" y="1034"/>
                  </a:cubicBezTo>
                  <a:cubicBezTo>
                    <a:pt x="7039" y="1021"/>
                    <a:pt x="7054" y="699"/>
                    <a:pt x="6851" y="699"/>
                  </a:cubicBezTo>
                  <a:cubicBezTo>
                    <a:pt x="6847" y="699"/>
                    <a:pt x="6844" y="699"/>
                    <a:pt x="6840" y="700"/>
                  </a:cubicBezTo>
                  <a:cubicBezTo>
                    <a:pt x="6479" y="718"/>
                    <a:pt x="6118" y="728"/>
                    <a:pt x="5757" y="728"/>
                  </a:cubicBezTo>
                  <a:cubicBezTo>
                    <a:pt x="3911" y="728"/>
                    <a:pt x="2072" y="485"/>
                    <a:pt x="287" y="7"/>
                  </a:cubicBezTo>
                  <a:cubicBezTo>
                    <a:pt x="271" y="3"/>
                    <a:pt x="255" y="1"/>
                    <a:pt x="241" y="1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1180440" y="3456360"/>
              <a:ext cx="207720" cy="45720"/>
            </a:xfrm>
            <a:custGeom>
              <a:rect b="b" l="l" r="r" t="t"/>
              <a:pathLst>
                <a:path extrusionOk="0" h="1545" w="6962">
                  <a:moveTo>
                    <a:pt x="6753" y="1"/>
                  </a:moveTo>
                  <a:cubicBezTo>
                    <a:pt x="6736" y="1"/>
                    <a:pt x="6717" y="4"/>
                    <a:pt x="6697" y="11"/>
                  </a:cubicBezTo>
                  <a:cubicBezTo>
                    <a:pt x="4611" y="748"/>
                    <a:pt x="2424" y="1151"/>
                    <a:pt x="215" y="1211"/>
                  </a:cubicBezTo>
                  <a:cubicBezTo>
                    <a:pt x="4" y="1216"/>
                    <a:pt x="0" y="1545"/>
                    <a:pt x="211" y="1545"/>
                  </a:cubicBezTo>
                  <a:cubicBezTo>
                    <a:pt x="212" y="1545"/>
                    <a:pt x="214" y="1545"/>
                    <a:pt x="215" y="1545"/>
                  </a:cubicBezTo>
                  <a:cubicBezTo>
                    <a:pt x="2454" y="1488"/>
                    <a:pt x="4668" y="1080"/>
                    <a:pt x="6781" y="335"/>
                  </a:cubicBezTo>
                  <a:cubicBezTo>
                    <a:pt x="6961" y="270"/>
                    <a:pt x="6913" y="1"/>
                    <a:pt x="6753" y="1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1781280" y="3250440"/>
              <a:ext cx="180000" cy="118440"/>
            </a:xfrm>
            <a:custGeom>
              <a:rect b="b" l="l" r="r" t="t"/>
              <a:pathLst>
                <a:path extrusionOk="0" h="3975" w="6034">
                  <a:moveTo>
                    <a:pt x="5784" y="0"/>
                  </a:moveTo>
                  <a:cubicBezTo>
                    <a:pt x="5747" y="0"/>
                    <a:pt x="5709" y="13"/>
                    <a:pt x="5675" y="44"/>
                  </a:cubicBezTo>
                  <a:cubicBezTo>
                    <a:pt x="4042" y="1531"/>
                    <a:pt x="2184" y="2756"/>
                    <a:pt x="171" y="3666"/>
                  </a:cubicBezTo>
                  <a:cubicBezTo>
                    <a:pt x="1" y="3744"/>
                    <a:pt x="102" y="3975"/>
                    <a:pt x="260" y="3975"/>
                  </a:cubicBezTo>
                  <a:cubicBezTo>
                    <a:pt x="284" y="3975"/>
                    <a:pt x="309" y="3970"/>
                    <a:pt x="334" y="3958"/>
                  </a:cubicBezTo>
                  <a:cubicBezTo>
                    <a:pt x="2372" y="3033"/>
                    <a:pt x="4252" y="1793"/>
                    <a:pt x="5907" y="284"/>
                  </a:cubicBezTo>
                  <a:cubicBezTo>
                    <a:pt x="6033" y="172"/>
                    <a:pt x="5916" y="0"/>
                    <a:pt x="5784" y="0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59400" lIns="91425" spcFirstLastPara="1" rIns="91425" wrap="square" tIns="59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1801440" y="3378600"/>
              <a:ext cx="210600" cy="31320"/>
            </a:xfrm>
            <a:custGeom>
              <a:rect b="b" l="l" r="r" t="t"/>
              <a:pathLst>
                <a:path extrusionOk="0" h="1062" w="7057">
                  <a:moveTo>
                    <a:pt x="6815" y="1"/>
                  </a:moveTo>
                  <a:cubicBezTo>
                    <a:pt x="6800" y="1"/>
                    <a:pt x="6785" y="3"/>
                    <a:pt x="6769" y="7"/>
                  </a:cubicBezTo>
                  <a:cubicBezTo>
                    <a:pt x="4983" y="485"/>
                    <a:pt x="3144" y="728"/>
                    <a:pt x="1298" y="728"/>
                  </a:cubicBezTo>
                  <a:cubicBezTo>
                    <a:pt x="938" y="728"/>
                    <a:pt x="576" y="718"/>
                    <a:pt x="215" y="700"/>
                  </a:cubicBezTo>
                  <a:cubicBezTo>
                    <a:pt x="212" y="699"/>
                    <a:pt x="208" y="699"/>
                    <a:pt x="204" y="699"/>
                  </a:cubicBezTo>
                  <a:cubicBezTo>
                    <a:pt x="1" y="699"/>
                    <a:pt x="19" y="1021"/>
                    <a:pt x="228" y="1034"/>
                  </a:cubicBezTo>
                  <a:cubicBezTo>
                    <a:pt x="588" y="1052"/>
                    <a:pt x="949" y="1061"/>
                    <a:pt x="1310" y="1061"/>
                  </a:cubicBezTo>
                  <a:cubicBezTo>
                    <a:pt x="3183" y="1061"/>
                    <a:pt x="5052" y="814"/>
                    <a:pt x="6865" y="329"/>
                  </a:cubicBezTo>
                  <a:cubicBezTo>
                    <a:pt x="7057" y="276"/>
                    <a:pt x="6990" y="1"/>
                    <a:pt x="6815" y="1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1815480" y="3456360"/>
              <a:ext cx="207720" cy="45720"/>
            </a:xfrm>
            <a:custGeom>
              <a:rect b="b" l="l" r="r" t="t"/>
              <a:pathLst>
                <a:path extrusionOk="0" h="1545" w="6965">
                  <a:moveTo>
                    <a:pt x="212" y="1"/>
                  </a:moveTo>
                  <a:cubicBezTo>
                    <a:pt x="51" y="1"/>
                    <a:pt x="1" y="270"/>
                    <a:pt x="184" y="335"/>
                  </a:cubicBezTo>
                  <a:cubicBezTo>
                    <a:pt x="2294" y="1080"/>
                    <a:pt x="4508" y="1488"/>
                    <a:pt x="6747" y="1545"/>
                  </a:cubicBezTo>
                  <a:cubicBezTo>
                    <a:pt x="6748" y="1545"/>
                    <a:pt x="6750" y="1545"/>
                    <a:pt x="6752" y="1545"/>
                  </a:cubicBezTo>
                  <a:cubicBezTo>
                    <a:pt x="6964" y="1545"/>
                    <a:pt x="6960" y="1216"/>
                    <a:pt x="6747" y="1211"/>
                  </a:cubicBezTo>
                  <a:cubicBezTo>
                    <a:pt x="4538" y="1151"/>
                    <a:pt x="2351" y="748"/>
                    <a:pt x="268" y="11"/>
                  </a:cubicBezTo>
                  <a:cubicBezTo>
                    <a:pt x="248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1543320" y="3569400"/>
              <a:ext cx="157680" cy="123480"/>
            </a:xfrm>
            <a:custGeom>
              <a:rect b="b" l="l" r="r" t="t"/>
              <a:pathLst>
                <a:path extrusionOk="0" h="4146" w="5283">
                  <a:moveTo>
                    <a:pt x="2190" y="1"/>
                  </a:moveTo>
                  <a:cubicBezTo>
                    <a:pt x="0" y="1"/>
                    <a:pt x="129" y="3754"/>
                    <a:pt x="2235" y="4123"/>
                  </a:cubicBezTo>
                  <a:cubicBezTo>
                    <a:pt x="2321" y="4138"/>
                    <a:pt x="2405" y="4145"/>
                    <a:pt x="2487" y="4145"/>
                  </a:cubicBezTo>
                  <a:cubicBezTo>
                    <a:pt x="4431" y="4145"/>
                    <a:pt x="5283" y="70"/>
                    <a:pt x="2235" y="1"/>
                  </a:cubicBezTo>
                  <a:cubicBezTo>
                    <a:pt x="2220" y="1"/>
                    <a:pt x="2205" y="1"/>
                    <a:pt x="2190" y="1"/>
                  </a:cubicBezTo>
                  <a:close/>
                </a:path>
              </a:pathLst>
            </a:custGeom>
            <a:solidFill>
              <a:srgbClr val="EAA11F"/>
            </a:solidFill>
            <a:ln>
              <a:noFill/>
            </a:ln>
          </p:spPr>
          <p:txBody>
            <a:bodyPr anchorCtr="0" anchor="ctr" bIns="61900" lIns="91425" spcFirstLastPara="1" rIns="91425" wrap="square" tIns="6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754560" y="3679200"/>
              <a:ext cx="646200" cy="517320"/>
            </a:xfrm>
            <a:custGeom>
              <a:rect b="b" l="l" r="r" t="t"/>
              <a:pathLst>
                <a:path extrusionOk="0" h="17316" w="21630">
                  <a:moveTo>
                    <a:pt x="11889" y="1"/>
                  </a:moveTo>
                  <a:cubicBezTo>
                    <a:pt x="8935" y="1"/>
                    <a:pt x="5191" y="439"/>
                    <a:pt x="3474" y="2436"/>
                  </a:cubicBezTo>
                  <a:cubicBezTo>
                    <a:pt x="939" y="5383"/>
                    <a:pt x="1" y="9897"/>
                    <a:pt x="33" y="14551"/>
                  </a:cubicBezTo>
                  <a:cubicBezTo>
                    <a:pt x="1057" y="16545"/>
                    <a:pt x="2819" y="17316"/>
                    <a:pt x="4468" y="17316"/>
                  </a:cubicBezTo>
                  <a:cubicBezTo>
                    <a:pt x="6219" y="17316"/>
                    <a:pt x="7843" y="16448"/>
                    <a:pt x="8323" y="15253"/>
                  </a:cubicBezTo>
                  <a:cubicBezTo>
                    <a:pt x="10015" y="11048"/>
                    <a:pt x="12427" y="8589"/>
                    <a:pt x="16392" y="6622"/>
                  </a:cubicBezTo>
                  <a:cubicBezTo>
                    <a:pt x="21630" y="4024"/>
                    <a:pt x="16026" y="269"/>
                    <a:pt x="16026" y="269"/>
                  </a:cubicBezTo>
                  <a:cubicBezTo>
                    <a:pt x="16021" y="267"/>
                    <a:pt x="16017" y="266"/>
                    <a:pt x="16013" y="266"/>
                  </a:cubicBezTo>
                  <a:cubicBezTo>
                    <a:pt x="16011" y="266"/>
                    <a:pt x="16009" y="266"/>
                    <a:pt x="16007" y="267"/>
                  </a:cubicBezTo>
                  <a:cubicBezTo>
                    <a:pt x="15797" y="236"/>
                    <a:pt x="14055" y="1"/>
                    <a:pt x="11889" y="1"/>
                  </a:cubicBezTo>
                  <a:close/>
                </a:path>
              </a:pathLst>
            </a:custGeom>
            <a:solidFill>
              <a:srgbClr val="B36B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64" name="Google Shape;164;p20"/>
          <p:cNvCxnSpPr/>
          <p:nvPr/>
        </p:nvCxnSpPr>
        <p:spPr>
          <a:xfrm>
            <a:off x="2681280" y="3819240"/>
            <a:ext cx="3791520" cy="360"/>
          </a:xfrm>
          <a:prstGeom prst="straightConnector1">
            <a:avLst/>
          </a:prstGeom>
          <a:noFill/>
          <a:ln cap="flat" cmpd="sng" w="19050">
            <a:solidFill>
              <a:srgbClr val="3F15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5" name="Google Shape;165;p20"/>
          <p:cNvGrpSpPr/>
          <p:nvPr/>
        </p:nvGrpSpPr>
        <p:grpSpPr>
          <a:xfrm>
            <a:off x="6788832" y="573636"/>
            <a:ext cx="391104" cy="379671"/>
            <a:chOff x="6788832" y="573636"/>
            <a:chExt cx="391104" cy="379671"/>
          </a:xfrm>
        </p:grpSpPr>
        <p:sp>
          <p:nvSpPr>
            <p:cNvPr id="166" name="Google Shape;166;p20"/>
            <p:cNvSpPr/>
            <p:nvPr/>
          </p:nvSpPr>
          <p:spPr>
            <a:xfrm rot="1509600">
              <a:off x="6856920" y="58680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 rot="1509600">
              <a:off x="6821280" y="70092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 rot="1509600">
              <a:off x="6999120" y="6062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 rot="1509600">
              <a:off x="7088040" y="7088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>
            <a:off x="7829479" y="1675702"/>
            <a:ext cx="292564" cy="283630"/>
            <a:chOff x="7829479" y="1675702"/>
            <a:chExt cx="292564" cy="283630"/>
          </a:xfrm>
        </p:grpSpPr>
        <p:sp>
          <p:nvSpPr>
            <p:cNvPr id="171" name="Google Shape;171;p20"/>
            <p:cNvSpPr/>
            <p:nvPr/>
          </p:nvSpPr>
          <p:spPr>
            <a:xfrm rot="1509600">
              <a:off x="7880760" y="168552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 rot="1509600">
              <a:off x="7853760" y="177048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 rot="1509600">
              <a:off x="7986960" y="169992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 rot="1509600">
              <a:off x="8053560" y="177696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1227145" y="1850254"/>
            <a:ext cx="257230" cy="251903"/>
            <a:chOff x="1227145" y="1850254"/>
            <a:chExt cx="257230" cy="251903"/>
          </a:xfrm>
        </p:grpSpPr>
        <p:sp>
          <p:nvSpPr>
            <p:cNvPr id="176" name="Google Shape;176;p20"/>
            <p:cNvSpPr/>
            <p:nvPr/>
          </p:nvSpPr>
          <p:spPr>
            <a:xfrm rot="234600">
              <a:off x="1229040" y="18774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 rot="234600">
              <a:off x="1248480" y="193968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 rot="234600">
              <a:off x="1333440" y="18522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 rot="234600">
              <a:off x="1423440" y="189972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5930372" y="4448537"/>
            <a:ext cx="251674" cy="251458"/>
            <a:chOff x="5930372" y="4448537"/>
            <a:chExt cx="251674" cy="251458"/>
          </a:xfrm>
        </p:grpSpPr>
        <p:sp>
          <p:nvSpPr>
            <p:cNvPr id="181" name="Google Shape;181;p20"/>
            <p:cNvSpPr/>
            <p:nvPr/>
          </p:nvSpPr>
          <p:spPr>
            <a:xfrm rot="-2224800">
              <a:off x="5940000" y="45511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rot="-2224800">
              <a:off x="6000480" y="453456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 rot="-2224800">
              <a:off x="5992560" y="44780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 rot="-2224800">
              <a:off x="6075720" y="44586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8307918" y="640311"/>
            <a:ext cx="246602" cy="239385"/>
            <a:chOff x="8307918" y="640311"/>
            <a:chExt cx="246602" cy="239385"/>
          </a:xfrm>
        </p:grpSpPr>
        <p:sp>
          <p:nvSpPr>
            <p:cNvPr id="186" name="Google Shape;186;p20"/>
            <p:cNvSpPr/>
            <p:nvPr/>
          </p:nvSpPr>
          <p:spPr>
            <a:xfrm rot="1554000">
              <a:off x="8352360" y="6487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 rot="1554000">
              <a:off x="8328600" y="7207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 rot="1554000">
              <a:off x="8441640" y="6620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rot="1554000">
              <a:off x="8496720" y="7272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2705599" y="398782"/>
            <a:ext cx="292564" cy="283990"/>
            <a:chOff x="2705599" y="398782"/>
            <a:chExt cx="292564" cy="283990"/>
          </a:xfrm>
        </p:grpSpPr>
        <p:sp>
          <p:nvSpPr>
            <p:cNvPr id="191" name="Google Shape;191;p20"/>
            <p:cNvSpPr/>
            <p:nvPr/>
          </p:nvSpPr>
          <p:spPr>
            <a:xfrm rot="1509600">
              <a:off x="2756880" y="4086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 rot="1509600">
              <a:off x="2729880" y="49392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 rot="1509600">
              <a:off x="2863080" y="42336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 rot="1509600">
              <a:off x="2929680" y="5000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7068960" y="2052360"/>
            <a:ext cx="1369800" cy="2711520"/>
            <a:chOff x="7068960" y="2052360"/>
            <a:chExt cx="1369800" cy="2711520"/>
          </a:xfrm>
        </p:grpSpPr>
        <p:grpSp>
          <p:nvGrpSpPr>
            <p:cNvPr id="196" name="Google Shape;196;p20"/>
            <p:cNvGrpSpPr/>
            <p:nvPr/>
          </p:nvGrpSpPr>
          <p:grpSpPr>
            <a:xfrm>
              <a:off x="7068960" y="2052360"/>
              <a:ext cx="1369800" cy="2711520"/>
              <a:chOff x="7068960" y="2052360"/>
              <a:chExt cx="1369800" cy="2711520"/>
            </a:xfrm>
          </p:grpSpPr>
          <p:sp>
            <p:nvSpPr>
              <p:cNvPr id="197" name="Google Shape;197;p20"/>
              <p:cNvSpPr/>
              <p:nvPr/>
            </p:nvSpPr>
            <p:spPr>
              <a:xfrm>
                <a:off x="7068960" y="2052360"/>
                <a:ext cx="1369800" cy="2646360"/>
              </a:xfrm>
              <a:custGeom>
                <a:rect b="b" l="l" r="r" t="t"/>
                <a:pathLst>
                  <a:path extrusionOk="0" h="105875" w="54811">
                    <a:moveTo>
                      <a:pt x="10922" y="0"/>
                    </a:moveTo>
                    <a:cubicBezTo>
                      <a:pt x="10858" y="0"/>
                      <a:pt x="10796" y="30"/>
                      <a:pt x="10757" y="84"/>
                    </a:cubicBezTo>
                    <a:cubicBezTo>
                      <a:pt x="9871" y="1185"/>
                      <a:pt x="9319" y="2613"/>
                      <a:pt x="8924" y="3953"/>
                    </a:cubicBezTo>
                    <a:cubicBezTo>
                      <a:pt x="8493" y="5411"/>
                      <a:pt x="8248" y="6922"/>
                      <a:pt x="8102" y="8431"/>
                    </a:cubicBezTo>
                    <a:cubicBezTo>
                      <a:pt x="7922" y="10289"/>
                      <a:pt x="7813" y="12219"/>
                      <a:pt x="7929" y="14121"/>
                    </a:cubicBezTo>
                    <a:cubicBezTo>
                      <a:pt x="7543" y="13653"/>
                      <a:pt x="7145" y="13201"/>
                      <a:pt x="6754" y="12763"/>
                    </a:cubicBezTo>
                    <a:cubicBezTo>
                      <a:pt x="6217" y="12154"/>
                      <a:pt x="5683" y="11491"/>
                      <a:pt x="5065" y="10962"/>
                    </a:cubicBezTo>
                    <a:cubicBezTo>
                      <a:pt x="4867" y="10792"/>
                      <a:pt x="4555" y="10610"/>
                      <a:pt x="4267" y="10610"/>
                    </a:cubicBezTo>
                    <a:cubicBezTo>
                      <a:pt x="4123" y="10610"/>
                      <a:pt x="3984" y="10656"/>
                      <a:pt x="3870" y="10774"/>
                    </a:cubicBezTo>
                    <a:cubicBezTo>
                      <a:pt x="3526" y="11123"/>
                      <a:pt x="3751" y="11899"/>
                      <a:pt x="3875" y="12300"/>
                    </a:cubicBezTo>
                    <a:cubicBezTo>
                      <a:pt x="4100" y="13040"/>
                      <a:pt x="4481" y="13720"/>
                      <a:pt x="4877" y="14378"/>
                    </a:cubicBezTo>
                    <a:cubicBezTo>
                      <a:pt x="5384" y="15227"/>
                      <a:pt x="5948" y="16043"/>
                      <a:pt x="6564" y="16817"/>
                    </a:cubicBezTo>
                    <a:cubicBezTo>
                      <a:pt x="5975" y="16441"/>
                      <a:pt x="5379" y="16080"/>
                      <a:pt x="4743" y="15783"/>
                    </a:cubicBezTo>
                    <a:cubicBezTo>
                      <a:pt x="4502" y="15670"/>
                      <a:pt x="3913" y="15462"/>
                      <a:pt x="3440" y="15462"/>
                    </a:cubicBezTo>
                    <a:cubicBezTo>
                      <a:pt x="3059" y="15462"/>
                      <a:pt x="2753" y="15596"/>
                      <a:pt x="2764" y="16023"/>
                    </a:cubicBezTo>
                    <a:cubicBezTo>
                      <a:pt x="2776" y="16409"/>
                      <a:pt x="3226" y="16728"/>
                      <a:pt x="3479" y="16973"/>
                    </a:cubicBezTo>
                    <a:cubicBezTo>
                      <a:pt x="3860" y="17339"/>
                      <a:pt x="4268" y="17673"/>
                      <a:pt x="4703" y="17973"/>
                    </a:cubicBezTo>
                    <a:cubicBezTo>
                      <a:pt x="5166" y="18294"/>
                      <a:pt x="5661" y="18559"/>
                      <a:pt x="6170" y="18804"/>
                    </a:cubicBezTo>
                    <a:cubicBezTo>
                      <a:pt x="6064" y="18800"/>
                      <a:pt x="5958" y="18799"/>
                      <a:pt x="5851" y="18799"/>
                    </a:cubicBezTo>
                    <a:cubicBezTo>
                      <a:pt x="5146" y="18799"/>
                      <a:pt x="4441" y="18877"/>
                      <a:pt x="3753" y="19034"/>
                    </a:cubicBezTo>
                    <a:cubicBezTo>
                      <a:pt x="2853" y="19244"/>
                      <a:pt x="1289" y="19895"/>
                      <a:pt x="1881" y="21114"/>
                    </a:cubicBezTo>
                    <a:cubicBezTo>
                      <a:pt x="2395" y="22173"/>
                      <a:pt x="4095" y="22403"/>
                      <a:pt x="5089" y="22700"/>
                    </a:cubicBezTo>
                    <a:cubicBezTo>
                      <a:pt x="5826" y="22915"/>
                      <a:pt x="6549" y="23173"/>
                      <a:pt x="7254" y="23467"/>
                    </a:cubicBezTo>
                    <a:lnTo>
                      <a:pt x="7155" y="23581"/>
                    </a:lnTo>
                    <a:cubicBezTo>
                      <a:pt x="5982" y="24932"/>
                      <a:pt x="4800" y="26297"/>
                      <a:pt x="3860" y="27823"/>
                    </a:cubicBezTo>
                    <a:cubicBezTo>
                      <a:pt x="3410" y="28558"/>
                      <a:pt x="3026" y="29332"/>
                      <a:pt x="2712" y="30134"/>
                    </a:cubicBezTo>
                    <a:cubicBezTo>
                      <a:pt x="2554" y="30537"/>
                      <a:pt x="2420" y="30948"/>
                      <a:pt x="2311" y="31368"/>
                    </a:cubicBezTo>
                    <a:cubicBezTo>
                      <a:pt x="2217" y="31730"/>
                      <a:pt x="2074" y="32133"/>
                      <a:pt x="2113" y="32514"/>
                    </a:cubicBezTo>
                    <a:cubicBezTo>
                      <a:pt x="2161" y="32974"/>
                      <a:pt x="2405" y="33121"/>
                      <a:pt x="2709" y="33121"/>
                    </a:cubicBezTo>
                    <a:cubicBezTo>
                      <a:pt x="2960" y="33121"/>
                      <a:pt x="3251" y="33021"/>
                      <a:pt x="3504" y="32915"/>
                    </a:cubicBezTo>
                    <a:cubicBezTo>
                      <a:pt x="3875" y="32759"/>
                      <a:pt x="4233" y="32590"/>
                      <a:pt x="4590" y="32412"/>
                    </a:cubicBezTo>
                    <a:lnTo>
                      <a:pt x="4590" y="32412"/>
                    </a:lnTo>
                    <a:cubicBezTo>
                      <a:pt x="4364" y="32660"/>
                      <a:pt x="4144" y="32915"/>
                      <a:pt x="3936" y="33174"/>
                    </a:cubicBezTo>
                    <a:cubicBezTo>
                      <a:pt x="3380" y="33869"/>
                      <a:pt x="2690" y="34718"/>
                      <a:pt x="2633" y="35646"/>
                    </a:cubicBezTo>
                    <a:cubicBezTo>
                      <a:pt x="2592" y="36310"/>
                      <a:pt x="2924" y="36777"/>
                      <a:pt x="3513" y="36777"/>
                    </a:cubicBezTo>
                    <a:cubicBezTo>
                      <a:pt x="3595" y="36777"/>
                      <a:pt x="3682" y="36768"/>
                      <a:pt x="3773" y="36749"/>
                    </a:cubicBezTo>
                    <a:cubicBezTo>
                      <a:pt x="4261" y="36643"/>
                      <a:pt x="4736" y="36484"/>
                      <a:pt x="5191" y="36279"/>
                    </a:cubicBezTo>
                    <a:lnTo>
                      <a:pt x="5191" y="36279"/>
                    </a:lnTo>
                    <a:cubicBezTo>
                      <a:pt x="4157" y="37454"/>
                      <a:pt x="3293" y="38738"/>
                      <a:pt x="3291" y="40408"/>
                    </a:cubicBezTo>
                    <a:cubicBezTo>
                      <a:pt x="3291" y="40498"/>
                      <a:pt x="3373" y="40582"/>
                      <a:pt x="3463" y="40582"/>
                    </a:cubicBezTo>
                    <a:cubicBezTo>
                      <a:pt x="3479" y="40582"/>
                      <a:pt x="3495" y="40579"/>
                      <a:pt x="3511" y="40573"/>
                    </a:cubicBezTo>
                    <a:cubicBezTo>
                      <a:pt x="4471" y="40247"/>
                      <a:pt x="5394" y="39814"/>
                      <a:pt x="6262" y="39287"/>
                    </a:cubicBezTo>
                    <a:lnTo>
                      <a:pt x="6262" y="39287"/>
                    </a:lnTo>
                    <a:cubicBezTo>
                      <a:pt x="5240" y="41170"/>
                      <a:pt x="4525" y="43139"/>
                      <a:pt x="4233" y="45291"/>
                    </a:cubicBezTo>
                    <a:cubicBezTo>
                      <a:pt x="3934" y="47517"/>
                      <a:pt x="4011" y="50006"/>
                      <a:pt x="4760" y="52161"/>
                    </a:cubicBezTo>
                    <a:cubicBezTo>
                      <a:pt x="4483" y="52863"/>
                      <a:pt x="4312" y="53593"/>
                      <a:pt x="4357" y="54335"/>
                    </a:cubicBezTo>
                    <a:cubicBezTo>
                      <a:pt x="4359" y="54444"/>
                      <a:pt x="4448" y="54520"/>
                      <a:pt x="4545" y="54520"/>
                    </a:cubicBezTo>
                    <a:cubicBezTo>
                      <a:pt x="4575" y="54520"/>
                      <a:pt x="4607" y="54513"/>
                      <a:pt x="4637" y="54496"/>
                    </a:cubicBezTo>
                    <a:cubicBezTo>
                      <a:pt x="5178" y="54227"/>
                      <a:pt x="5688" y="53900"/>
                      <a:pt x="6155" y="53519"/>
                    </a:cubicBezTo>
                    <a:lnTo>
                      <a:pt x="6155" y="53519"/>
                    </a:lnTo>
                    <a:cubicBezTo>
                      <a:pt x="4956" y="55765"/>
                      <a:pt x="4256" y="58224"/>
                      <a:pt x="4055" y="60782"/>
                    </a:cubicBezTo>
                    <a:cubicBezTo>
                      <a:pt x="3996" y="61539"/>
                      <a:pt x="3983" y="62301"/>
                      <a:pt x="4021" y="63058"/>
                    </a:cubicBezTo>
                    <a:cubicBezTo>
                      <a:pt x="4045" y="63548"/>
                      <a:pt x="3964" y="64421"/>
                      <a:pt x="4372" y="64792"/>
                    </a:cubicBezTo>
                    <a:cubicBezTo>
                      <a:pt x="4484" y="64894"/>
                      <a:pt x="4605" y="64935"/>
                      <a:pt x="4726" y="64935"/>
                    </a:cubicBezTo>
                    <a:cubicBezTo>
                      <a:pt x="5034" y="64935"/>
                      <a:pt x="5351" y="64672"/>
                      <a:pt x="5574" y="64480"/>
                    </a:cubicBezTo>
                    <a:cubicBezTo>
                      <a:pt x="5822" y="64268"/>
                      <a:pt x="6044" y="64028"/>
                      <a:pt x="6242" y="63768"/>
                    </a:cubicBezTo>
                    <a:lnTo>
                      <a:pt x="6242" y="63768"/>
                    </a:lnTo>
                    <a:cubicBezTo>
                      <a:pt x="5928" y="65200"/>
                      <a:pt x="5713" y="66643"/>
                      <a:pt x="5671" y="68117"/>
                    </a:cubicBezTo>
                    <a:cubicBezTo>
                      <a:pt x="5621" y="69829"/>
                      <a:pt x="5653" y="71709"/>
                      <a:pt x="6146" y="73374"/>
                    </a:cubicBezTo>
                    <a:cubicBezTo>
                      <a:pt x="4936" y="75420"/>
                      <a:pt x="3882" y="77584"/>
                      <a:pt x="3172" y="79823"/>
                    </a:cubicBezTo>
                    <a:cubicBezTo>
                      <a:pt x="2930" y="80597"/>
                      <a:pt x="2705" y="81394"/>
                      <a:pt x="2578" y="82196"/>
                    </a:cubicBezTo>
                    <a:cubicBezTo>
                      <a:pt x="2512" y="82628"/>
                      <a:pt x="2487" y="83217"/>
                      <a:pt x="2954" y="83437"/>
                    </a:cubicBezTo>
                    <a:cubicBezTo>
                      <a:pt x="3058" y="83486"/>
                      <a:pt x="3161" y="83507"/>
                      <a:pt x="3262" y="83507"/>
                    </a:cubicBezTo>
                    <a:cubicBezTo>
                      <a:pt x="3674" y="83507"/>
                      <a:pt x="4062" y="83160"/>
                      <a:pt x="4369" y="82918"/>
                    </a:cubicBezTo>
                    <a:cubicBezTo>
                      <a:pt x="4503" y="82809"/>
                      <a:pt x="4634" y="82698"/>
                      <a:pt x="4763" y="82581"/>
                    </a:cubicBezTo>
                    <a:lnTo>
                      <a:pt x="4763" y="82581"/>
                    </a:lnTo>
                    <a:cubicBezTo>
                      <a:pt x="3469" y="85241"/>
                      <a:pt x="2705" y="88105"/>
                      <a:pt x="2373" y="91064"/>
                    </a:cubicBezTo>
                    <a:cubicBezTo>
                      <a:pt x="2175" y="92826"/>
                      <a:pt x="2096" y="94631"/>
                      <a:pt x="2259" y="96400"/>
                    </a:cubicBezTo>
                    <a:cubicBezTo>
                      <a:pt x="2343" y="97313"/>
                      <a:pt x="2499" y="98315"/>
                      <a:pt x="2821" y="99235"/>
                    </a:cubicBezTo>
                    <a:cubicBezTo>
                      <a:pt x="2220" y="99789"/>
                      <a:pt x="1688" y="100410"/>
                      <a:pt x="1233" y="101091"/>
                    </a:cubicBezTo>
                    <a:cubicBezTo>
                      <a:pt x="674" y="101932"/>
                      <a:pt x="1" y="103033"/>
                      <a:pt x="50" y="104081"/>
                    </a:cubicBezTo>
                    <a:cubicBezTo>
                      <a:pt x="97" y="105039"/>
                      <a:pt x="810" y="105655"/>
                      <a:pt x="1715" y="105818"/>
                    </a:cubicBezTo>
                    <a:cubicBezTo>
                      <a:pt x="1930" y="105857"/>
                      <a:pt x="2148" y="105874"/>
                      <a:pt x="2365" y="105874"/>
                    </a:cubicBezTo>
                    <a:cubicBezTo>
                      <a:pt x="3288" y="105874"/>
                      <a:pt x="4218" y="105559"/>
                      <a:pt x="5055" y="105217"/>
                    </a:cubicBezTo>
                    <a:cubicBezTo>
                      <a:pt x="6272" y="104722"/>
                      <a:pt x="7474" y="104250"/>
                      <a:pt x="8748" y="103923"/>
                    </a:cubicBezTo>
                    <a:cubicBezTo>
                      <a:pt x="11393" y="103245"/>
                      <a:pt x="14121" y="102973"/>
                      <a:pt x="16830" y="102694"/>
                    </a:cubicBezTo>
                    <a:cubicBezTo>
                      <a:pt x="18440" y="102525"/>
                      <a:pt x="20053" y="102382"/>
                      <a:pt x="21671" y="102298"/>
                    </a:cubicBezTo>
                    <a:cubicBezTo>
                      <a:pt x="22872" y="102236"/>
                      <a:pt x="24073" y="102205"/>
                      <a:pt x="25274" y="102205"/>
                    </a:cubicBezTo>
                    <a:cubicBezTo>
                      <a:pt x="28110" y="102205"/>
                      <a:pt x="30944" y="102377"/>
                      <a:pt x="33761" y="102723"/>
                    </a:cubicBezTo>
                    <a:cubicBezTo>
                      <a:pt x="36536" y="103067"/>
                      <a:pt x="39322" y="103302"/>
                      <a:pt x="42110" y="103535"/>
                    </a:cubicBezTo>
                    <a:cubicBezTo>
                      <a:pt x="43480" y="103649"/>
                      <a:pt x="44871" y="103841"/>
                      <a:pt x="46246" y="103874"/>
                    </a:cubicBezTo>
                    <a:cubicBezTo>
                      <a:pt x="46264" y="103874"/>
                      <a:pt x="46282" y="103874"/>
                      <a:pt x="46299" y="103874"/>
                    </a:cubicBezTo>
                    <a:cubicBezTo>
                      <a:pt x="47300" y="103874"/>
                      <a:pt x="47985" y="103188"/>
                      <a:pt x="47978" y="102164"/>
                    </a:cubicBezTo>
                    <a:cubicBezTo>
                      <a:pt x="47970" y="101091"/>
                      <a:pt x="47194" y="99970"/>
                      <a:pt x="46555" y="99161"/>
                    </a:cubicBezTo>
                    <a:cubicBezTo>
                      <a:pt x="46036" y="98505"/>
                      <a:pt x="45440" y="97914"/>
                      <a:pt x="44779" y="97402"/>
                    </a:cubicBezTo>
                    <a:lnTo>
                      <a:pt x="44779" y="97402"/>
                    </a:lnTo>
                    <a:cubicBezTo>
                      <a:pt x="45969" y="98171"/>
                      <a:pt x="47357" y="98750"/>
                      <a:pt x="48703" y="99104"/>
                    </a:cubicBezTo>
                    <a:cubicBezTo>
                      <a:pt x="49493" y="99310"/>
                      <a:pt x="50315" y="99431"/>
                      <a:pt x="51132" y="99431"/>
                    </a:cubicBezTo>
                    <a:cubicBezTo>
                      <a:pt x="51149" y="99431"/>
                      <a:pt x="51165" y="99431"/>
                      <a:pt x="51181" y="99431"/>
                    </a:cubicBezTo>
                    <a:cubicBezTo>
                      <a:pt x="51899" y="99426"/>
                      <a:pt x="52765" y="99374"/>
                      <a:pt x="53440" y="99109"/>
                    </a:cubicBezTo>
                    <a:cubicBezTo>
                      <a:pt x="54810" y="98577"/>
                      <a:pt x="53076" y="96784"/>
                      <a:pt x="52495" y="96333"/>
                    </a:cubicBezTo>
                    <a:cubicBezTo>
                      <a:pt x="51763" y="95769"/>
                      <a:pt x="50946" y="95324"/>
                      <a:pt x="50076" y="95010"/>
                    </a:cubicBezTo>
                    <a:lnTo>
                      <a:pt x="50160" y="95007"/>
                    </a:lnTo>
                    <a:cubicBezTo>
                      <a:pt x="50184" y="95007"/>
                      <a:pt x="50209" y="95007"/>
                      <a:pt x="50234" y="95007"/>
                    </a:cubicBezTo>
                    <a:cubicBezTo>
                      <a:pt x="50467" y="95007"/>
                      <a:pt x="50733" y="95026"/>
                      <a:pt x="50994" y="95026"/>
                    </a:cubicBezTo>
                    <a:cubicBezTo>
                      <a:pt x="51254" y="95026"/>
                      <a:pt x="51510" y="95007"/>
                      <a:pt x="51723" y="94928"/>
                    </a:cubicBezTo>
                    <a:cubicBezTo>
                      <a:pt x="52841" y="94523"/>
                      <a:pt x="51268" y="93407"/>
                      <a:pt x="50867" y="93179"/>
                    </a:cubicBezTo>
                    <a:cubicBezTo>
                      <a:pt x="49657" y="92494"/>
                      <a:pt x="48320" y="92250"/>
                      <a:pt x="46968" y="92250"/>
                    </a:cubicBezTo>
                    <a:cubicBezTo>
                      <a:pt x="46114" y="92250"/>
                      <a:pt x="45254" y="92347"/>
                      <a:pt x="44415" y="92492"/>
                    </a:cubicBezTo>
                    <a:cubicBezTo>
                      <a:pt x="44378" y="92301"/>
                      <a:pt x="44336" y="92113"/>
                      <a:pt x="44284" y="91928"/>
                    </a:cubicBezTo>
                    <a:lnTo>
                      <a:pt x="44284" y="91928"/>
                    </a:lnTo>
                    <a:cubicBezTo>
                      <a:pt x="44364" y="92007"/>
                      <a:pt x="44440" y="92088"/>
                      <a:pt x="44522" y="92165"/>
                    </a:cubicBezTo>
                    <a:cubicBezTo>
                      <a:pt x="44583" y="92223"/>
                      <a:pt x="44671" y="92257"/>
                      <a:pt x="44758" y="92257"/>
                    </a:cubicBezTo>
                    <a:cubicBezTo>
                      <a:pt x="44837" y="92257"/>
                      <a:pt x="44914" y="92229"/>
                      <a:pt x="44967" y="92165"/>
                    </a:cubicBezTo>
                    <a:cubicBezTo>
                      <a:pt x="45479" y="91569"/>
                      <a:pt x="45306" y="90770"/>
                      <a:pt x="45192" y="90055"/>
                    </a:cubicBezTo>
                    <a:cubicBezTo>
                      <a:pt x="45051" y="89157"/>
                      <a:pt x="44816" y="88276"/>
                      <a:pt x="44492" y="87425"/>
                    </a:cubicBezTo>
                    <a:cubicBezTo>
                      <a:pt x="44195" y="86648"/>
                      <a:pt x="43832" y="85896"/>
                      <a:pt x="43404" y="85181"/>
                    </a:cubicBezTo>
                    <a:lnTo>
                      <a:pt x="43404" y="85181"/>
                    </a:lnTo>
                    <a:cubicBezTo>
                      <a:pt x="43958" y="85656"/>
                      <a:pt x="44547" y="86092"/>
                      <a:pt x="45163" y="86483"/>
                    </a:cubicBezTo>
                    <a:cubicBezTo>
                      <a:pt x="45314" y="86577"/>
                      <a:pt x="45464" y="86623"/>
                      <a:pt x="45600" y="86623"/>
                    </a:cubicBezTo>
                    <a:cubicBezTo>
                      <a:pt x="45892" y="86623"/>
                      <a:pt x="46123" y="86414"/>
                      <a:pt x="46182" y="86030"/>
                    </a:cubicBezTo>
                    <a:cubicBezTo>
                      <a:pt x="46291" y="85317"/>
                      <a:pt x="46063" y="84427"/>
                      <a:pt x="45915" y="83732"/>
                    </a:cubicBezTo>
                    <a:cubicBezTo>
                      <a:pt x="45563" y="82106"/>
                      <a:pt x="44950" y="80548"/>
                      <a:pt x="44062" y="79143"/>
                    </a:cubicBezTo>
                    <a:cubicBezTo>
                      <a:pt x="43399" y="78091"/>
                      <a:pt x="42610" y="77149"/>
                      <a:pt x="41773" y="76241"/>
                    </a:cubicBezTo>
                    <a:cubicBezTo>
                      <a:pt x="42095" y="74324"/>
                      <a:pt x="42080" y="72268"/>
                      <a:pt x="41867" y="70376"/>
                    </a:cubicBezTo>
                    <a:cubicBezTo>
                      <a:pt x="41689" y="68775"/>
                      <a:pt x="41286" y="67271"/>
                      <a:pt x="40574" y="65871"/>
                    </a:cubicBezTo>
                    <a:lnTo>
                      <a:pt x="40574" y="65871"/>
                    </a:lnTo>
                    <a:cubicBezTo>
                      <a:pt x="40608" y="65881"/>
                      <a:pt x="40645" y="65891"/>
                      <a:pt x="40680" y="65898"/>
                    </a:cubicBezTo>
                    <a:cubicBezTo>
                      <a:pt x="40719" y="65902"/>
                      <a:pt x="40756" y="65904"/>
                      <a:pt x="40792" y="65904"/>
                    </a:cubicBezTo>
                    <a:cubicBezTo>
                      <a:pt x="42042" y="65904"/>
                      <a:pt x="41548" y="63409"/>
                      <a:pt x="41462" y="62709"/>
                    </a:cubicBezTo>
                    <a:cubicBezTo>
                      <a:pt x="41103" y="59802"/>
                      <a:pt x="40136" y="57007"/>
                      <a:pt x="38629" y="54499"/>
                    </a:cubicBezTo>
                    <a:cubicBezTo>
                      <a:pt x="38340" y="54021"/>
                      <a:pt x="38021" y="53561"/>
                      <a:pt x="37689" y="53106"/>
                    </a:cubicBezTo>
                    <a:lnTo>
                      <a:pt x="37689" y="53106"/>
                    </a:lnTo>
                    <a:cubicBezTo>
                      <a:pt x="38224" y="53529"/>
                      <a:pt x="38768" y="53942"/>
                      <a:pt x="39324" y="54335"/>
                    </a:cubicBezTo>
                    <a:cubicBezTo>
                      <a:pt x="39540" y="54488"/>
                      <a:pt x="39805" y="54620"/>
                      <a:pt x="40038" y="54620"/>
                    </a:cubicBezTo>
                    <a:cubicBezTo>
                      <a:pt x="40250" y="54620"/>
                      <a:pt x="40436" y="54510"/>
                      <a:pt x="40534" y="54204"/>
                    </a:cubicBezTo>
                    <a:cubicBezTo>
                      <a:pt x="40759" y="53492"/>
                      <a:pt x="40556" y="52591"/>
                      <a:pt x="40349" y="51904"/>
                    </a:cubicBezTo>
                    <a:cubicBezTo>
                      <a:pt x="39871" y="50340"/>
                      <a:pt x="39028" y="48883"/>
                      <a:pt x="38159" y="47508"/>
                    </a:cubicBezTo>
                    <a:cubicBezTo>
                      <a:pt x="37323" y="46182"/>
                      <a:pt x="36348" y="44950"/>
                      <a:pt x="35248" y="43832"/>
                    </a:cubicBezTo>
                    <a:cubicBezTo>
                      <a:pt x="34337" y="42914"/>
                      <a:pt x="33328" y="42100"/>
                      <a:pt x="32234" y="41410"/>
                    </a:cubicBezTo>
                    <a:cubicBezTo>
                      <a:pt x="32197" y="41140"/>
                      <a:pt x="32143" y="40873"/>
                      <a:pt x="32076" y="40611"/>
                    </a:cubicBezTo>
                    <a:cubicBezTo>
                      <a:pt x="31957" y="40165"/>
                      <a:pt x="31809" y="39730"/>
                      <a:pt x="31631" y="39304"/>
                    </a:cubicBezTo>
                    <a:lnTo>
                      <a:pt x="31631" y="39304"/>
                    </a:lnTo>
                    <a:cubicBezTo>
                      <a:pt x="31925" y="39680"/>
                      <a:pt x="32217" y="40059"/>
                      <a:pt x="32519" y="40428"/>
                    </a:cubicBezTo>
                    <a:cubicBezTo>
                      <a:pt x="32705" y="40655"/>
                      <a:pt x="32908" y="40882"/>
                      <a:pt x="33181" y="40882"/>
                    </a:cubicBezTo>
                    <a:cubicBezTo>
                      <a:pt x="33256" y="40882"/>
                      <a:pt x="33336" y="40865"/>
                      <a:pt x="33422" y="40826"/>
                    </a:cubicBezTo>
                    <a:cubicBezTo>
                      <a:pt x="33825" y="40645"/>
                      <a:pt x="33882" y="40178"/>
                      <a:pt x="33897" y="39782"/>
                    </a:cubicBezTo>
                    <a:cubicBezTo>
                      <a:pt x="33939" y="38476"/>
                      <a:pt x="33736" y="37174"/>
                      <a:pt x="33298" y="35940"/>
                    </a:cubicBezTo>
                    <a:lnTo>
                      <a:pt x="33298" y="35940"/>
                    </a:lnTo>
                    <a:cubicBezTo>
                      <a:pt x="33810" y="36432"/>
                      <a:pt x="34369" y="36875"/>
                      <a:pt x="34966" y="37259"/>
                    </a:cubicBezTo>
                    <a:cubicBezTo>
                      <a:pt x="35007" y="37286"/>
                      <a:pt x="35059" y="37299"/>
                      <a:pt x="35113" y="37299"/>
                    </a:cubicBezTo>
                    <a:cubicBezTo>
                      <a:pt x="35219" y="37299"/>
                      <a:pt x="35331" y="37247"/>
                      <a:pt x="35374" y="37152"/>
                    </a:cubicBezTo>
                    <a:cubicBezTo>
                      <a:pt x="35958" y="35846"/>
                      <a:pt x="35671" y="34468"/>
                      <a:pt x="35391" y="33120"/>
                    </a:cubicBezTo>
                    <a:cubicBezTo>
                      <a:pt x="35173" y="32076"/>
                      <a:pt x="34919" y="31039"/>
                      <a:pt x="34614" y="30015"/>
                    </a:cubicBezTo>
                    <a:cubicBezTo>
                      <a:pt x="35146" y="29921"/>
                      <a:pt x="35666" y="29800"/>
                      <a:pt x="36158" y="29681"/>
                    </a:cubicBezTo>
                    <a:cubicBezTo>
                      <a:pt x="36766" y="29530"/>
                      <a:pt x="37380" y="29374"/>
                      <a:pt x="37974" y="29172"/>
                    </a:cubicBezTo>
                    <a:cubicBezTo>
                      <a:pt x="38553" y="28974"/>
                      <a:pt x="39191" y="28788"/>
                      <a:pt x="39723" y="28484"/>
                    </a:cubicBezTo>
                    <a:cubicBezTo>
                      <a:pt x="40076" y="28281"/>
                      <a:pt x="40400" y="27908"/>
                      <a:pt x="40220" y="27482"/>
                    </a:cubicBezTo>
                    <a:cubicBezTo>
                      <a:pt x="40039" y="27054"/>
                      <a:pt x="39535" y="26888"/>
                      <a:pt x="39119" y="26784"/>
                    </a:cubicBezTo>
                    <a:cubicBezTo>
                      <a:pt x="38601" y="26655"/>
                      <a:pt x="38071" y="26589"/>
                      <a:pt x="37539" y="26589"/>
                    </a:cubicBezTo>
                    <a:cubicBezTo>
                      <a:pt x="37198" y="26589"/>
                      <a:pt x="36856" y="26616"/>
                      <a:pt x="36517" y="26671"/>
                    </a:cubicBezTo>
                    <a:cubicBezTo>
                      <a:pt x="37135" y="26300"/>
                      <a:pt x="37754" y="25921"/>
                      <a:pt x="38342" y="25505"/>
                    </a:cubicBezTo>
                    <a:cubicBezTo>
                      <a:pt x="38780" y="25196"/>
                      <a:pt x="39213" y="24870"/>
                      <a:pt x="39601" y="24501"/>
                    </a:cubicBezTo>
                    <a:cubicBezTo>
                      <a:pt x="39874" y="24241"/>
                      <a:pt x="40257" y="23890"/>
                      <a:pt x="40188" y="23469"/>
                    </a:cubicBezTo>
                    <a:cubicBezTo>
                      <a:pt x="40134" y="23136"/>
                      <a:pt x="39819" y="23055"/>
                      <a:pt x="39531" y="23055"/>
                    </a:cubicBezTo>
                    <a:cubicBezTo>
                      <a:pt x="39513" y="23055"/>
                      <a:pt x="39495" y="23056"/>
                      <a:pt x="39478" y="23056"/>
                    </a:cubicBezTo>
                    <a:cubicBezTo>
                      <a:pt x="38872" y="23071"/>
                      <a:pt x="38293" y="23192"/>
                      <a:pt x="37721" y="23385"/>
                    </a:cubicBezTo>
                    <a:cubicBezTo>
                      <a:pt x="36779" y="23704"/>
                      <a:pt x="35868" y="24113"/>
                      <a:pt x="35003" y="24600"/>
                    </a:cubicBezTo>
                    <a:cubicBezTo>
                      <a:pt x="35888" y="23356"/>
                      <a:pt x="36710" y="22067"/>
                      <a:pt x="37464" y="20738"/>
                    </a:cubicBezTo>
                    <a:cubicBezTo>
                      <a:pt x="38273" y="19311"/>
                      <a:pt x="39013" y="17834"/>
                      <a:pt x="39639" y="16315"/>
                    </a:cubicBezTo>
                    <a:cubicBezTo>
                      <a:pt x="39958" y="15551"/>
                      <a:pt x="40225" y="14767"/>
                      <a:pt x="40443" y="13968"/>
                    </a:cubicBezTo>
                    <a:cubicBezTo>
                      <a:pt x="40643" y="13211"/>
                      <a:pt x="40833" y="11293"/>
                      <a:pt x="40720" y="11231"/>
                    </a:cubicBezTo>
                    <a:cubicBezTo>
                      <a:pt x="40412" y="11057"/>
                      <a:pt x="40014" y="11005"/>
                      <a:pt x="39602" y="11005"/>
                    </a:cubicBezTo>
                    <a:cubicBezTo>
                      <a:pt x="39127" y="11005"/>
                      <a:pt x="38634" y="11074"/>
                      <a:pt x="38241" y="11100"/>
                    </a:cubicBezTo>
                    <a:cubicBezTo>
                      <a:pt x="37424" y="11155"/>
                      <a:pt x="36608" y="11261"/>
                      <a:pt x="35804" y="11417"/>
                    </a:cubicBezTo>
                    <a:cubicBezTo>
                      <a:pt x="34174" y="11739"/>
                      <a:pt x="32586" y="12238"/>
                      <a:pt x="31064" y="12906"/>
                    </a:cubicBezTo>
                    <a:cubicBezTo>
                      <a:pt x="29503" y="13587"/>
                      <a:pt x="28081" y="14467"/>
                      <a:pt x="26710" y="15474"/>
                    </a:cubicBezTo>
                    <a:cubicBezTo>
                      <a:pt x="25847" y="16107"/>
                      <a:pt x="24976" y="16807"/>
                      <a:pt x="24209" y="17592"/>
                    </a:cubicBezTo>
                    <a:cubicBezTo>
                      <a:pt x="23898" y="17419"/>
                      <a:pt x="23564" y="17275"/>
                      <a:pt x="23232" y="17134"/>
                    </a:cubicBezTo>
                    <a:cubicBezTo>
                      <a:pt x="22584" y="16857"/>
                      <a:pt x="21924" y="16615"/>
                      <a:pt x="21253" y="16409"/>
                    </a:cubicBezTo>
                    <a:cubicBezTo>
                      <a:pt x="20565" y="16199"/>
                      <a:pt x="19865" y="16031"/>
                      <a:pt x="19158" y="15909"/>
                    </a:cubicBezTo>
                    <a:lnTo>
                      <a:pt x="19081" y="15897"/>
                    </a:lnTo>
                    <a:cubicBezTo>
                      <a:pt x="19019" y="15459"/>
                      <a:pt x="18886" y="15019"/>
                      <a:pt x="18779" y="14613"/>
                    </a:cubicBezTo>
                    <a:cubicBezTo>
                      <a:pt x="18567" y="13789"/>
                      <a:pt x="18337" y="12971"/>
                      <a:pt x="18104" y="12152"/>
                    </a:cubicBezTo>
                    <a:cubicBezTo>
                      <a:pt x="17661" y="10586"/>
                      <a:pt x="17191" y="9015"/>
                      <a:pt x="16560" y="7513"/>
                    </a:cubicBezTo>
                    <a:cubicBezTo>
                      <a:pt x="15952" y="6064"/>
                      <a:pt x="15220" y="4666"/>
                      <a:pt x="14304" y="3385"/>
                    </a:cubicBezTo>
                    <a:cubicBezTo>
                      <a:pt x="13446" y="2185"/>
                      <a:pt x="12434" y="869"/>
                      <a:pt x="11190" y="47"/>
                    </a:cubicBezTo>
                    <a:cubicBezTo>
                      <a:pt x="11155" y="23"/>
                      <a:pt x="11114" y="10"/>
                      <a:pt x="11073" y="10"/>
                    </a:cubicBezTo>
                    <a:cubicBezTo>
                      <a:pt x="11051" y="10"/>
                      <a:pt x="11030" y="13"/>
                      <a:pt x="11009" y="20"/>
                    </a:cubicBezTo>
                    <a:cubicBezTo>
                      <a:pt x="10981" y="7"/>
                      <a:pt x="10951" y="0"/>
                      <a:pt x="10922" y="0"/>
                    </a:cubicBezTo>
                    <a:close/>
                  </a:path>
                </a:pathLst>
              </a:custGeom>
              <a:solidFill>
                <a:srgbClr val="7C6F6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7633800" y="2754720"/>
                <a:ext cx="65520" cy="89640"/>
              </a:xfrm>
              <a:custGeom>
                <a:rect b="b" l="l" r="r" t="t"/>
                <a:pathLst>
                  <a:path extrusionOk="0" h="3600" w="2634">
                    <a:moveTo>
                      <a:pt x="1542" y="1"/>
                    </a:moveTo>
                    <a:cubicBezTo>
                      <a:pt x="1460" y="1"/>
                      <a:pt x="1377" y="12"/>
                      <a:pt x="1295" y="36"/>
                    </a:cubicBezTo>
                    <a:cubicBezTo>
                      <a:pt x="946" y="134"/>
                      <a:pt x="691" y="404"/>
                      <a:pt x="516" y="708"/>
                    </a:cubicBezTo>
                    <a:cubicBezTo>
                      <a:pt x="295" y="1092"/>
                      <a:pt x="102" y="1562"/>
                      <a:pt x="36" y="2000"/>
                    </a:cubicBezTo>
                    <a:cubicBezTo>
                      <a:pt x="1" y="2208"/>
                      <a:pt x="1" y="2420"/>
                      <a:pt x="33" y="2626"/>
                    </a:cubicBezTo>
                    <a:lnTo>
                      <a:pt x="33" y="2636"/>
                    </a:lnTo>
                    <a:cubicBezTo>
                      <a:pt x="33" y="2638"/>
                      <a:pt x="33" y="2643"/>
                      <a:pt x="36" y="2648"/>
                    </a:cubicBezTo>
                    <a:cubicBezTo>
                      <a:pt x="48" y="2811"/>
                      <a:pt x="97" y="2967"/>
                      <a:pt x="182" y="3106"/>
                    </a:cubicBezTo>
                    <a:cubicBezTo>
                      <a:pt x="347" y="3373"/>
                      <a:pt x="639" y="3546"/>
                      <a:pt x="948" y="3588"/>
                    </a:cubicBezTo>
                    <a:cubicBezTo>
                      <a:pt x="1008" y="3596"/>
                      <a:pt x="1066" y="3600"/>
                      <a:pt x="1124" y="3600"/>
                    </a:cubicBezTo>
                    <a:cubicBezTo>
                      <a:pt x="1748" y="3600"/>
                      <a:pt x="2246" y="3136"/>
                      <a:pt x="2453" y="2554"/>
                    </a:cubicBezTo>
                    <a:cubicBezTo>
                      <a:pt x="2586" y="2183"/>
                      <a:pt x="2633" y="1765"/>
                      <a:pt x="2618" y="1371"/>
                    </a:cubicBezTo>
                    <a:cubicBezTo>
                      <a:pt x="2603" y="990"/>
                      <a:pt x="2514" y="605"/>
                      <a:pt x="2247" y="318"/>
                    </a:cubicBezTo>
                    <a:cubicBezTo>
                      <a:pt x="2060" y="117"/>
                      <a:pt x="1806" y="1"/>
                      <a:pt x="1542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45000" lIns="91425" spcFirstLastPara="1" rIns="91425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7374240" y="2686680"/>
                <a:ext cx="63000" cy="86040"/>
              </a:xfrm>
              <a:custGeom>
                <a:rect b="b" l="l" r="r" t="t"/>
                <a:pathLst>
                  <a:path extrusionOk="0" h="3463" w="2532">
                    <a:moveTo>
                      <a:pt x="1484" y="0"/>
                    </a:moveTo>
                    <a:cubicBezTo>
                      <a:pt x="1405" y="0"/>
                      <a:pt x="1325" y="11"/>
                      <a:pt x="1245" y="34"/>
                    </a:cubicBezTo>
                    <a:cubicBezTo>
                      <a:pt x="911" y="130"/>
                      <a:pt x="666" y="390"/>
                      <a:pt x="498" y="682"/>
                    </a:cubicBezTo>
                    <a:cubicBezTo>
                      <a:pt x="288" y="1051"/>
                      <a:pt x="100" y="1503"/>
                      <a:pt x="35" y="1924"/>
                    </a:cubicBezTo>
                    <a:cubicBezTo>
                      <a:pt x="1" y="2124"/>
                      <a:pt x="1" y="2327"/>
                      <a:pt x="33" y="2528"/>
                    </a:cubicBezTo>
                    <a:lnTo>
                      <a:pt x="33" y="2535"/>
                    </a:lnTo>
                    <a:cubicBezTo>
                      <a:pt x="33" y="2537"/>
                      <a:pt x="33" y="2542"/>
                      <a:pt x="35" y="2547"/>
                    </a:cubicBezTo>
                    <a:cubicBezTo>
                      <a:pt x="48" y="2703"/>
                      <a:pt x="95" y="2854"/>
                      <a:pt x="174" y="2988"/>
                    </a:cubicBezTo>
                    <a:cubicBezTo>
                      <a:pt x="335" y="3245"/>
                      <a:pt x="614" y="3411"/>
                      <a:pt x="914" y="3450"/>
                    </a:cubicBezTo>
                    <a:cubicBezTo>
                      <a:pt x="972" y="3458"/>
                      <a:pt x="1028" y="3462"/>
                      <a:pt x="1084" y="3462"/>
                    </a:cubicBezTo>
                    <a:cubicBezTo>
                      <a:pt x="1683" y="3462"/>
                      <a:pt x="2162" y="3017"/>
                      <a:pt x="2361" y="2458"/>
                    </a:cubicBezTo>
                    <a:cubicBezTo>
                      <a:pt x="2489" y="2100"/>
                      <a:pt x="2532" y="1696"/>
                      <a:pt x="2519" y="1320"/>
                    </a:cubicBezTo>
                    <a:cubicBezTo>
                      <a:pt x="2504" y="952"/>
                      <a:pt x="2418" y="583"/>
                      <a:pt x="2163" y="306"/>
                    </a:cubicBezTo>
                    <a:cubicBezTo>
                      <a:pt x="1984" y="113"/>
                      <a:pt x="1739" y="0"/>
                      <a:pt x="1484" y="0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43200" lIns="91425" spcFirstLastPara="1" rIns="91425" wrap="square" tIns="43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>
                <a:off x="7689960" y="2724480"/>
                <a:ext cx="45360" cy="27360"/>
              </a:xfrm>
              <a:custGeom>
                <a:rect b="b" l="l" r="r" t="t"/>
                <a:pathLst>
                  <a:path extrusionOk="0" h="1102" w="1826">
                    <a:moveTo>
                      <a:pt x="1608" y="466"/>
                    </a:moveTo>
                    <a:lnTo>
                      <a:pt x="1608" y="466"/>
                    </a:lnTo>
                    <a:cubicBezTo>
                      <a:pt x="1606" y="466"/>
                      <a:pt x="1605" y="467"/>
                      <a:pt x="1603" y="468"/>
                    </a:cubicBezTo>
                    <a:cubicBezTo>
                      <a:pt x="1605" y="467"/>
                      <a:pt x="1606" y="467"/>
                      <a:pt x="1608" y="466"/>
                    </a:cubicBezTo>
                    <a:close/>
                    <a:moveTo>
                      <a:pt x="1390" y="0"/>
                    </a:moveTo>
                    <a:cubicBezTo>
                      <a:pt x="1336" y="5"/>
                      <a:pt x="1287" y="15"/>
                      <a:pt x="1235" y="25"/>
                    </a:cubicBezTo>
                    <a:cubicBezTo>
                      <a:pt x="1084" y="60"/>
                      <a:pt x="938" y="112"/>
                      <a:pt x="802" y="186"/>
                    </a:cubicBezTo>
                    <a:cubicBezTo>
                      <a:pt x="547" y="319"/>
                      <a:pt x="309" y="483"/>
                      <a:pt x="94" y="673"/>
                    </a:cubicBezTo>
                    <a:cubicBezTo>
                      <a:pt x="0" y="757"/>
                      <a:pt x="3" y="911"/>
                      <a:pt x="74" y="1002"/>
                    </a:cubicBezTo>
                    <a:cubicBezTo>
                      <a:pt x="122" y="1062"/>
                      <a:pt x="202" y="1102"/>
                      <a:pt x="280" y="1102"/>
                    </a:cubicBezTo>
                    <a:cubicBezTo>
                      <a:pt x="321" y="1102"/>
                      <a:pt x="361" y="1091"/>
                      <a:pt x="396" y="1066"/>
                    </a:cubicBezTo>
                    <a:lnTo>
                      <a:pt x="396" y="1066"/>
                    </a:lnTo>
                    <a:lnTo>
                      <a:pt x="394" y="1069"/>
                    </a:lnTo>
                    <a:cubicBezTo>
                      <a:pt x="500" y="995"/>
                      <a:pt x="609" y="928"/>
                      <a:pt x="723" y="866"/>
                    </a:cubicBezTo>
                    <a:cubicBezTo>
                      <a:pt x="782" y="836"/>
                      <a:pt x="841" y="804"/>
                      <a:pt x="901" y="779"/>
                    </a:cubicBezTo>
                    <a:lnTo>
                      <a:pt x="945" y="760"/>
                    </a:lnTo>
                    <a:cubicBezTo>
                      <a:pt x="958" y="754"/>
                      <a:pt x="963" y="751"/>
                      <a:pt x="962" y="751"/>
                    </a:cubicBezTo>
                    <a:lnTo>
                      <a:pt x="962" y="751"/>
                    </a:lnTo>
                    <a:cubicBezTo>
                      <a:pt x="960" y="751"/>
                      <a:pt x="952" y="754"/>
                      <a:pt x="940" y="760"/>
                    </a:cubicBezTo>
                    <a:cubicBezTo>
                      <a:pt x="970" y="745"/>
                      <a:pt x="1005" y="732"/>
                      <a:pt x="1037" y="720"/>
                    </a:cubicBezTo>
                    <a:cubicBezTo>
                      <a:pt x="1069" y="708"/>
                      <a:pt x="1099" y="695"/>
                      <a:pt x="1131" y="683"/>
                    </a:cubicBezTo>
                    <a:cubicBezTo>
                      <a:pt x="1139" y="679"/>
                      <a:pt x="1142" y="678"/>
                      <a:pt x="1141" y="678"/>
                    </a:cubicBezTo>
                    <a:lnTo>
                      <a:pt x="1141" y="678"/>
                    </a:lnTo>
                    <a:cubicBezTo>
                      <a:pt x="1141" y="678"/>
                      <a:pt x="1141" y="678"/>
                      <a:pt x="1141" y="678"/>
                    </a:cubicBezTo>
                    <a:lnTo>
                      <a:pt x="1141" y="678"/>
                    </a:lnTo>
                    <a:cubicBezTo>
                      <a:pt x="1165" y="668"/>
                      <a:pt x="1189" y="659"/>
                      <a:pt x="1212" y="651"/>
                    </a:cubicBezTo>
                    <a:cubicBezTo>
                      <a:pt x="1289" y="619"/>
                      <a:pt x="1368" y="591"/>
                      <a:pt x="1445" y="557"/>
                    </a:cubicBezTo>
                    <a:cubicBezTo>
                      <a:pt x="1472" y="544"/>
                      <a:pt x="1502" y="535"/>
                      <a:pt x="1529" y="522"/>
                    </a:cubicBezTo>
                    <a:cubicBezTo>
                      <a:pt x="1556" y="505"/>
                      <a:pt x="1581" y="488"/>
                      <a:pt x="1603" y="468"/>
                    </a:cubicBezTo>
                    <a:cubicBezTo>
                      <a:pt x="1612" y="461"/>
                      <a:pt x="1616" y="459"/>
                      <a:pt x="1617" y="459"/>
                    </a:cubicBezTo>
                    <a:lnTo>
                      <a:pt x="1617" y="459"/>
                    </a:lnTo>
                    <a:cubicBezTo>
                      <a:pt x="1618" y="459"/>
                      <a:pt x="1614" y="463"/>
                      <a:pt x="1608" y="466"/>
                    </a:cubicBezTo>
                    <a:lnTo>
                      <a:pt x="1608" y="466"/>
                    </a:lnTo>
                    <a:cubicBezTo>
                      <a:pt x="1687" y="433"/>
                      <a:pt x="1735" y="370"/>
                      <a:pt x="1779" y="300"/>
                    </a:cubicBezTo>
                    <a:cubicBezTo>
                      <a:pt x="1826" y="223"/>
                      <a:pt x="1789" y="129"/>
                      <a:pt x="1720" y="82"/>
                    </a:cubicBezTo>
                    <a:cubicBezTo>
                      <a:pt x="1662" y="36"/>
                      <a:pt x="1591" y="9"/>
                      <a:pt x="1519" y="9"/>
                    </a:cubicBezTo>
                    <a:cubicBezTo>
                      <a:pt x="1510" y="9"/>
                      <a:pt x="1501" y="9"/>
                      <a:pt x="1492" y="10"/>
                    </a:cubicBezTo>
                    <a:cubicBezTo>
                      <a:pt x="1490" y="10"/>
                      <a:pt x="1489" y="10"/>
                      <a:pt x="1488" y="11"/>
                    </a:cubicBezTo>
                    <a:lnTo>
                      <a:pt x="1488" y="11"/>
                    </a:lnTo>
                    <a:cubicBezTo>
                      <a:pt x="1487" y="10"/>
                      <a:pt x="1486" y="10"/>
                      <a:pt x="1484" y="10"/>
                    </a:cubicBezTo>
                    <a:cubicBezTo>
                      <a:pt x="1452" y="5"/>
                      <a:pt x="1420" y="0"/>
                      <a:pt x="1390" y="0"/>
                    </a:cubicBezTo>
                    <a:close/>
                  </a:path>
                </a:pathLst>
              </a:custGeom>
              <a:solidFill>
                <a:srgbClr val="ECDFD6"/>
              </a:solidFill>
              <a:ln>
                <a:noFill/>
              </a:ln>
            </p:spPr>
            <p:txBody>
              <a:bodyPr anchorCtr="0" anchor="ctr" bIns="13675" lIns="91425" spcFirstLastPara="1" rIns="91425" wrap="square" tIns="13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7715880" y="2766240"/>
                <a:ext cx="47160" cy="14400"/>
              </a:xfrm>
              <a:custGeom>
                <a:rect b="b" l="l" r="r" t="t"/>
                <a:pathLst>
                  <a:path extrusionOk="0" h="584" w="1903">
                    <a:moveTo>
                      <a:pt x="898" y="1"/>
                    </a:moveTo>
                    <a:cubicBezTo>
                      <a:pt x="665" y="1"/>
                      <a:pt x="433" y="33"/>
                      <a:pt x="208" y="94"/>
                    </a:cubicBezTo>
                    <a:cubicBezTo>
                      <a:pt x="87" y="129"/>
                      <a:pt x="0" y="267"/>
                      <a:pt x="40" y="391"/>
                    </a:cubicBezTo>
                    <a:cubicBezTo>
                      <a:pt x="71" y="495"/>
                      <a:pt x="169" y="564"/>
                      <a:pt x="274" y="564"/>
                    </a:cubicBezTo>
                    <a:cubicBezTo>
                      <a:pt x="294" y="564"/>
                      <a:pt x="314" y="562"/>
                      <a:pt x="334" y="557"/>
                    </a:cubicBezTo>
                    <a:lnTo>
                      <a:pt x="337" y="559"/>
                    </a:lnTo>
                    <a:cubicBezTo>
                      <a:pt x="450" y="532"/>
                      <a:pt x="567" y="517"/>
                      <a:pt x="683" y="515"/>
                    </a:cubicBezTo>
                    <a:cubicBezTo>
                      <a:pt x="720" y="513"/>
                      <a:pt x="756" y="512"/>
                      <a:pt x="793" y="512"/>
                    </a:cubicBezTo>
                    <a:cubicBezTo>
                      <a:pt x="878" y="512"/>
                      <a:pt x="962" y="517"/>
                      <a:pt x="1047" y="527"/>
                    </a:cubicBezTo>
                    <a:cubicBezTo>
                      <a:pt x="1056" y="528"/>
                      <a:pt x="1062" y="528"/>
                      <a:pt x="1067" y="529"/>
                    </a:cubicBezTo>
                    <a:lnTo>
                      <a:pt x="1067" y="529"/>
                    </a:lnTo>
                    <a:lnTo>
                      <a:pt x="1094" y="532"/>
                    </a:lnTo>
                    <a:cubicBezTo>
                      <a:pt x="1123" y="537"/>
                      <a:pt x="1153" y="542"/>
                      <a:pt x="1183" y="549"/>
                    </a:cubicBezTo>
                    <a:cubicBezTo>
                      <a:pt x="1230" y="557"/>
                      <a:pt x="1279" y="564"/>
                      <a:pt x="1329" y="569"/>
                    </a:cubicBezTo>
                    <a:cubicBezTo>
                      <a:pt x="1337" y="569"/>
                      <a:pt x="1384" y="575"/>
                      <a:pt x="1379" y="575"/>
                    </a:cubicBezTo>
                    <a:cubicBezTo>
                      <a:pt x="1377" y="575"/>
                      <a:pt x="1373" y="575"/>
                      <a:pt x="1363" y="574"/>
                    </a:cubicBezTo>
                    <a:lnTo>
                      <a:pt x="1363" y="574"/>
                    </a:lnTo>
                    <a:cubicBezTo>
                      <a:pt x="1407" y="580"/>
                      <a:pt x="1450" y="583"/>
                      <a:pt x="1494" y="583"/>
                    </a:cubicBezTo>
                    <a:cubicBezTo>
                      <a:pt x="1522" y="583"/>
                      <a:pt x="1550" y="582"/>
                      <a:pt x="1579" y="579"/>
                    </a:cubicBezTo>
                    <a:cubicBezTo>
                      <a:pt x="1583" y="579"/>
                      <a:pt x="1588" y="580"/>
                      <a:pt x="1592" y="580"/>
                    </a:cubicBezTo>
                    <a:cubicBezTo>
                      <a:pt x="1611" y="580"/>
                      <a:pt x="1629" y="576"/>
                      <a:pt x="1647" y="568"/>
                    </a:cubicBezTo>
                    <a:lnTo>
                      <a:pt x="1647" y="568"/>
                    </a:lnTo>
                    <a:cubicBezTo>
                      <a:pt x="1651" y="568"/>
                      <a:pt x="1655" y="569"/>
                      <a:pt x="1660" y="569"/>
                    </a:cubicBezTo>
                    <a:cubicBezTo>
                      <a:pt x="1675" y="572"/>
                      <a:pt x="1691" y="573"/>
                      <a:pt x="1706" y="573"/>
                    </a:cubicBezTo>
                    <a:cubicBezTo>
                      <a:pt x="1732" y="573"/>
                      <a:pt x="1759" y="569"/>
                      <a:pt x="1784" y="562"/>
                    </a:cubicBezTo>
                    <a:cubicBezTo>
                      <a:pt x="1865" y="539"/>
                      <a:pt x="1903" y="445"/>
                      <a:pt x="1861" y="371"/>
                    </a:cubicBezTo>
                    <a:cubicBezTo>
                      <a:pt x="1830" y="326"/>
                      <a:pt x="1790" y="286"/>
                      <a:pt x="1745" y="257"/>
                    </a:cubicBezTo>
                    <a:lnTo>
                      <a:pt x="1745" y="257"/>
                    </a:lnTo>
                    <a:cubicBezTo>
                      <a:pt x="1726" y="234"/>
                      <a:pt x="1705" y="214"/>
                      <a:pt x="1682" y="195"/>
                    </a:cubicBezTo>
                    <a:cubicBezTo>
                      <a:pt x="1658" y="176"/>
                      <a:pt x="1635" y="158"/>
                      <a:pt x="1611" y="144"/>
                    </a:cubicBezTo>
                    <a:cubicBezTo>
                      <a:pt x="1544" y="101"/>
                      <a:pt x="1472" y="72"/>
                      <a:pt x="1395" y="52"/>
                    </a:cubicBezTo>
                    <a:cubicBezTo>
                      <a:pt x="1269" y="15"/>
                      <a:pt x="1126" y="7"/>
                      <a:pt x="992" y="2"/>
                    </a:cubicBezTo>
                    <a:cubicBezTo>
                      <a:pt x="961" y="1"/>
                      <a:pt x="929" y="1"/>
                      <a:pt x="898" y="1"/>
                    </a:cubicBezTo>
                    <a:close/>
                  </a:path>
                </a:pathLst>
              </a:custGeom>
              <a:solidFill>
                <a:srgbClr val="ECDFD6"/>
              </a:solidFill>
              <a:ln>
                <a:noFill/>
              </a:ln>
            </p:spPr>
            <p:txBody>
              <a:bodyPr anchorCtr="0" anchor="ctr" bIns="7200" lIns="91425" spcFirstLastPara="1" rIns="91425" wrap="square" tIns="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7400520" y="2636640"/>
                <a:ext cx="15840" cy="30960"/>
              </a:xfrm>
              <a:custGeom>
                <a:rect b="b" l="l" r="r" t="t"/>
                <a:pathLst>
                  <a:path extrusionOk="0" h="1255" w="641">
                    <a:moveTo>
                      <a:pt x="115" y="763"/>
                    </a:moveTo>
                    <a:lnTo>
                      <a:pt x="115" y="763"/>
                    </a:lnTo>
                    <a:cubicBezTo>
                      <a:pt x="116" y="771"/>
                      <a:pt x="118" y="781"/>
                      <a:pt x="118" y="788"/>
                    </a:cubicBezTo>
                    <a:lnTo>
                      <a:pt x="118" y="788"/>
                    </a:lnTo>
                    <a:cubicBezTo>
                      <a:pt x="117" y="780"/>
                      <a:pt x="116" y="772"/>
                      <a:pt x="115" y="763"/>
                    </a:cubicBezTo>
                    <a:close/>
                    <a:moveTo>
                      <a:pt x="192" y="0"/>
                    </a:moveTo>
                    <a:cubicBezTo>
                      <a:pt x="180" y="0"/>
                      <a:pt x="169" y="2"/>
                      <a:pt x="158" y="5"/>
                    </a:cubicBezTo>
                    <a:cubicBezTo>
                      <a:pt x="116" y="15"/>
                      <a:pt x="81" y="49"/>
                      <a:pt x="71" y="91"/>
                    </a:cubicBezTo>
                    <a:cubicBezTo>
                      <a:pt x="67" y="116"/>
                      <a:pt x="64" y="141"/>
                      <a:pt x="60" y="166"/>
                    </a:cubicBezTo>
                    <a:lnTo>
                      <a:pt x="60" y="166"/>
                    </a:lnTo>
                    <a:cubicBezTo>
                      <a:pt x="0" y="312"/>
                      <a:pt x="66" y="491"/>
                      <a:pt x="94" y="638"/>
                    </a:cubicBezTo>
                    <a:cubicBezTo>
                      <a:pt x="101" y="673"/>
                      <a:pt x="106" y="705"/>
                      <a:pt x="111" y="737"/>
                    </a:cubicBezTo>
                    <a:cubicBezTo>
                      <a:pt x="112" y="746"/>
                      <a:pt x="114" y="755"/>
                      <a:pt x="115" y="763"/>
                    </a:cubicBezTo>
                    <a:lnTo>
                      <a:pt x="115" y="763"/>
                    </a:lnTo>
                    <a:cubicBezTo>
                      <a:pt x="114" y="759"/>
                      <a:pt x="113" y="756"/>
                      <a:pt x="113" y="756"/>
                    </a:cubicBezTo>
                    <a:lnTo>
                      <a:pt x="113" y="756"/>
                    </a:lnTo>
                    <a:cubicBezTo>
                      <a:pt x="113" y="756"/>
                      <a:pt x="114" y="764"/>
                      <a:pt x="118" y="789"/>
                    </a:cubicBezTo>
                    <a:lnTo>
                      <a:pt x="118" y="789"/>
                    </a:lnTo>
                    <a:cubicBezTo>
                      <a:pt x="118" y="788"/>
                      <a:pt x="118" y="788"/>
                      <a:pt x="118" y="788"/>
                    </a:cubicBezTo>
                    <a:lnTo>
                      <a:pt x="118" y="788"/>
                    </a:lnTo>
                    <a:cubicBezTo>
                      <a:pt x="118" y="789"/>
                      <a:pt x="118" y="789"/>
                      <a:pt x="118" y="789"/>
                    </a:cubicBezTo>
                    <a:cubicBezTo>
                      <a:pt x="118" y="789"/>
                      <a:pt x="118" y="789"/>
                      <a:pt x="118" y="789"/>
                    </a:cubicBezTo>
                    <a:lnTo>
                      <a:pt x="118" y="789"/>
                    </a:lnTo>
                    <a:cubicBezTo>
                      <a:pt x="118" y="790"/>
                      <a:pt x="118" y="791"/>
                      <a:pt x="118" y="792"/>
                    </a:cubicBezTo>
                    <a:cubicBezTo>
                      <a:pt x="128" y="863"/>
                      <a:pt x="133" y="935"/>
                      <a:pt x="136" y="1007"/>
                    </a:cubicBezTo>
                    <a:cubicBezTo>
                      <a:pt x="143" y="1133"/>
                      <a:pt x="243" y="1254"/>
                      <a:pt x="375" y="1254"/>
                    </a:cubicBezTo>
                    <a:cubicBezTo>
                      <a:pt x="378" y="1254"/>
                      <a:pt x="381" y="1254"/>
                      <a:pt x="383" y="1254"/>
                    </a:cubicBezTo>
                    <a:cubicBezTo>
                      <a:pt x="507" y="1249"/>
                      <a:pt x="640" y="1145"/>
                      <a:pt x="631" y="1007"/>
                    </a:cubicBezTo>
                    <a:cubicBezTo>
                      <a:pt x="618" y="844"/>
                      <a:pt x="593" y="680"/>
                      <a:pt x="559" y="519"/>
                    </a:cubicBezTo>
                    <a:cubicBezTo>
                      <a:pt x="544" y="448"/>
                      <a:pt x="524" y="378"/>
                      <a:pt x="497" y="309"/>
                    </a:cubicBezTo>
                    <a:cubicBezTo>
                      <a:pt x="477" y="262"/>
                      <a:pt x="455" y="218"/>
                      <a:pt x="428" y="176"/>
                    </a:cubicBezTo>
                    <a:cubicBezTo>
                      <a:pt x="413" y="151"/>
                      <a:pt x="396" y="129"/>
                      <a:pt x="376" y="109"/>
                    </a:cubicBezTo>
                    <a:cubicBezTo>
                      <a:pt x="360" y="96"/>
                      <a:pt x="343" y="85"/>
                      <a:pt x="325" y="75"/>
                    </a:cubicBezTo>
                    <a:lnTo>
                      <a:pt x="325" y="75"/>
                    </a:lnTo>
                    <a:cubicBezTo>
                      <a:pt x="310" y="61"/>
                      <a:pt x="295" y="47"/>
                      <a:pt x="279" y="35"/>
                    </a:cubicBezTo>
                    <a:cubicBezTo>
                      <a:pt x="256" y="13"/>
                      <a:pt x="224" y="0"/>
                      <a:pt x="192" y="0"/>
                    </a:cubicBezTo>
                    <a:close/>
                  </a:path>
                </a:pathLst>
              </a:custGeom>
              <a:solidFill>
                <a:srgbClr val="ECDFD6"/>
              </a:solidFill>
              <a:ln>
                <a:noFill/>
              </a:ln>
            </p:spPr>
            <p:txBody>
              <a:bodyPr anchorCtr="0" anchor="ctr" bIns="15475" lIns="91425" spcFirstLastPara="1" rIns="91425" wrap="square" tIns="15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7358760" y="2653200"/>
                <a:ext cx="25560" cy="35280"/>
              </a:xfrm>
              <a:custGeom>
                <a:rect b="b" l="l" r="r" t="t"/>
                <a:pathLst>
                  <a:path extrusionOk="0" h="1430" w="1040">
                    <a:moveTo>
                      <a:pt x="145" y="560"/>
                    </a:moveTo>
                    <a:cubicBezTo>
                      <a:pt x="159" y="579"/>
                      <a:pt x="172" y="597"/>
                      <a:pt x="186" y="615"/>
                    </a:cubicBezTo>
                    <a:lnTo>
                      <a:pt x="145" y="560"/>
                    </a:lnTo>
                    <a:close/>
                    <a:moveTo>
                      <a:pt x="414" y="993"/>
                    </a:moveTo>
                    <a:lnTo>
                      <a:pt x="414" y="993"/>
                    </a:lnTo>
                    <a:cubicBezTo>
                      <a:pt x="416" y="996"/>
                      <a:pt x="417" y="1000"/>
                      <a:pt x="419" y="1003"/>
                    </a:cubicBezTo>
                    <a:cubicBezTo>
                      <a:pt x="417" y="1000"/>
                      <a:pt x="416" y="996"/>
                      <a:pt x="414" y="993"/>
                    </a:cubicBezTo>
                    <a:close/>
                    <a:moveTo>
                      <a:pt x="255" y="1"/>
                    </a:moveTo>
                    <a:cubicBezTo>
                      <a:pt x="218" y="1"/>
                      <a:pt x="181" y="7"/>
                      <a:pt x="147" y="21"/>
                    </a:cubicBezTo>
                    <a:cubicBezTo>
                      <a:pt x="90" y="39"/>
                      <a:pt x="26" y="86"/>
                      <a:pt x="16" y="150"/>
                    </a:cubicBezTo>
                    <a:cubicBezTo>
                      <a:pt x="8" y="184"/>
                      <a:pt x="3" y="217"/>
                      <a:pt x="1" y="251"/>
                    </a:cubicBezTo>
                    <a:cubicBezTo>
                      <a:pt x="1" y="313"/>
                      <a:pt x="21" y="372"/>
                      <a:pt x="55" y="424"/>
                    </a:cubicBezTo>
                    <a:cubicBezTo>
                      <a:pt x="82" y="470"/>
                      <a:pt x="112" y="515"/>
                      <a:pt x="143" y="558"/>
                    </a:cubicBezTo>
                    <a:lnTo>
                      <a:pt x="143" y="558"/>
                    </a:lnTo>
                    <a:lnTo>
                      <a:pt x="139" y="553"/>
                    </a:lnTo>
                    <a:lnTo>
                      <a:pt x="145" y="560"/>
                    </a:lnTo>
                    <a:lnTo>
                      <a:pt x="145" y="560"/>
                    </a:lnTo>
                    <a:cubicBezTo>
                      <a:pt x="144" y="560"/>
                      <a:pt x="144" y="559"/>
                      <a:pt x="143" y="558"/>
                    </a:cubicBezTo>
                    <a:lnTo>
                      <a:pt x="143" y="558"/>
                    </a:lnTo>
                    <a:lnTo>
                      <a:pt x="224" y="662"/>
                    </a:lnTo>
                    <a:lnTo>
                      <a:pt x="224" y="662"/>
                    </a:lnTo>
                    <a:cubicBezTo>
                      <a:pt x="218" y="653"/>
                      <a:pt x="212" y="645"/>
                      <a:pt x="206" y="637"/>
                    </a:cubicBezTo>
                    <a:lnTo>
                      <a:pt x="206" y="637"/>
                    </a:lnTo>
                    <a:cubicBezTo>
                      <a:pt x="214" y="647"/>
                      <a:pt x="221" y="657"/>
                      <a:pt x="228" y="667"/>
                    </a:cubicBezTo>
                    <a:lnTo>
                      <a:pt x="228" y="667"/>
                    </a:lnTo>
                    <a:lnTo>
                      <a:pt x="224" y="662"/>
                    </a:lnTo>
                    <a:lnTo>
                      <a:pt x="224" y="662"/>
                    </a:lnTo>
                    <a:cubicBezTo>
                      <a:pt x="228" y="667"/>
                      <a:pt x="231" y="672"/>
                      <a:pt x="235" y="677"/>
                    </a:cubicBezTo>
                    <a:lnTo>
                      <a:pt x="235" y="677"/>
                    </a:lnTo>
                    <a:cubicBezTo>
                      <a:pt x="233" y="673"/>
                      <a:pt x="230" y="670"/>
                      <a:pt x="228" y="667"/>
                    </a:cubicBezTo>
                    <a:lnTo>
                      <a:pt x="228" y="667"/>
                    </a:lnTo>
                    <a:lnTo>
                      <a:pt x="253" y="699"/>
                    </a:lnTo>
                    <a:cubicBezTo>
                      <a:pt x="247" y="692"/>
                      <a:pt x="241" y="684"/>
                      <a:pt x="235" y="677"/>
                    </a:cubicBezTo>
                    <a:lnTo>
                      <a:pt x="235" y="677"/>
                    </a:lnTo>
                    <a:cubicBezTo>
                      <a:pt x="299" y="767"/>
                      <a:pt x="356" y="865"/>
                      <a:pt x="403" y="968"/>
                    </a:cubicBezTo>
                    <a:lnTo>
                      <a:pt x="403" y="968"/>
                    </a:lnTo>
                    <a:cubicBezTo>
                      <a:pt x="436" y="1051"/>
                      <a:pt x="464" y="1136"/>
                      <a:pt x="483" y="1223"/>
                    </a:cubicBezTo>
                    <a:cubicBezTo>
                      <a:pt x="508" y="1343"/>
                      <a:pt x="634" y="1430"/>
                      <a:pt x="755" y="1430"/>
                    </a:cubicBezTo>
                    <a:cubicBezTo>
                      <a:pt x="780" y="1430"/>
                      <a:pt x="804" y="1426"/>
                      <a:pt x="827" y="1419"/>
                    </a:cubicBezTo>
                    <a:cubicBezTo>
                      <a:pt x="896" y="1399"/>
                      <a:pt x="958" y="1352"/>
                      <a:pt x="995" y="1290"/>
                    </a:cubicBezTo>
                    <a:cubicBezTo>
                      <a:pt x="1030" y="1223"/>
                      <a:pt x="1040" y="1147"/>
                      <a:pt x="1023" y="1073"/>
                    </a:cubicBezTo>
                    <a:lnTo>
                      <a:pt x="1023" y="1073"/>
                    </a:lnTo>
                    <a:lnTo>
                      <a:pt x="1025" y="1078"/>
                    </a:lnTo>
                    <a:cubicBezTo>
                      <a:pt x="985" y="857"/>
                      <a:pt x="906" y="647"/>
                      <a:pt x="795" y="454"/>
                    </a:cubicBezTo>
                    <a:cubicBezTo>
                      <a:pt x="738" y="348"/>
                      <a:pt x="666" y="251"/>
                      <a:pt x="585" y="165"/>
                    </a:cubicBezTo>
                    <a:cubicBezTo>
                      <a:pt x="533" y="118"/>
                      <a:pt x="476" y="78"/>
                      <a:pt x="416" y="46"/>
                    </a:cubicBezTo>
                    <a:cubicBezTo>
                      <a:pt x="367" y="16"/>
                      <a:pt x="311" y="1"/>
                      <a:pt x="255" y="1"/>
                    </a:cubicBezTo>
                    <a:close/>
                  </a:path>
                </a:pathLst>
              </a:custGeom>
              <a:solidFill>
                <a:srgbClr val="ECDFD6"/>
              </a:solidFill>
              <a:ln>
                <a:noFill/>
              </a:ln>
            </p:spPr>
            <p:txBody>
              <a:bodyPr anchorCtr="0" anchor="ctr" bIns="17625" lIns="91425" spcFirstLastPara="1" rIns="91425" wrap="square" tIns="1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>
                <a:off x="7237440" y="2183400"/>
                <a:ext cx="185400" cy="369720"/>
              </a:xfrm>
              <a:custGeom>
                <a:rect b="b" l="l" r="r" t="t"/>
                <a:pathLst>
                  <a:path extrusionOk="0" h="14802" w="7430">
                    <a:moveTo>
                      <a:pt x="7429" y="11479"/>
                    </a:moveTo>
                    <a:cubicBezTo>
                      <a:pt x="6967" y="8411"/>
                      <a:pt x="6234" y="5388"/>
                      <a:pt x="5242" y="2449"/>
                    </a:cubicBezTo>
                    <a:cubicBezTo>
                      <a:pt x="4945" y="1574"/>
                      <a:pt x="4611" y="681"/>
                      <a:pt x="3986" y="0"/>
                    </a:cubicBezTo>
                    <a:cubicBezTo>
                      <a:pt x="3622" y="154"/>
                      <a:pt x="3483" y="587"/>
                      <a:pt x="3399" y="972"/>
                    </a:cubicBezTo>
                    <a:cubicBezTo>
                      <a:pt x="2645" y="4409"/>
                      <a:pt x="2947" y="7976"/>
                      <a:pt x="3253" y="11479"/>
                    </a:cubicBezTo>
                    <a:cubicBezTo>
                      <a:pt x="2177" y="10816"/>
                      <a:pt x="1091" y="10168"/>
                      <a:pt x="0" y="9532"/>
                    </a:cubicBezTo>
                    <a:cubicBezTo>
                      <a:pt x="13" y="10230"/>
                      <a:pt x="337" y="10900"/>
                      <a:pt x="807" y="11419"/>
                    </a:cubicBezTo>
                    <a:cubicBezTo>
                      <a:pt x="1277" y="11936"/>
                      <a:pt x="1880" y="12312"/>
                      <a:pt x="2516" y="12607"/>
                    </a:cubicBezTo>
                    <a:cubicBezTo>
                      <a:pt x="1564" y="12901"/>
                      <a:pt x="834" y="13809"/>
                      <a:pt x="750" y="14801"/>
                    </a:cubicBezTo>
                    <a:cubicBezTo>
                      <a:pt x="1710" y="14727"/>
                      <a:pt x="2575" y="14442"/>
                      <a:pt x="3476" y="14146"/>
                    </a:cubicBezTo>
                    <a:cubicBezTo>
                      <a:pt x="3036" y="14690"/>
                      <a:pt x="3627" y="14507"/>
                      <a:pt x="3877" y="14314"/>
                    </a:cubicBezTo>
                    <a:cubicBezTo>
                      <a:pt x="4263" y="14019"/>
                      <a:pt x="4592" y="13621"/>
                      <a:pt x="4960" y="13302"/>
                    </a:cubicBezTo>
                    <a:cubicBezTo>
                      <a:pt x="5735" y="12629"/>
                      <a:pt x="6558" y="12021"/>
                      <a:pt x="7429" y="11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5" name="Google Shape;205;p20"/>
              <p:cNvSpPr/>
              <p:nvPr/>
            </p:nvSpPr>
            <p:spPr>
              <a:xfrm>
                <a:off x="7774200" y="2392560"/>
                <a:ext cx="282600" cy="375840"/>
              </a:xfrm>
              <a:custGeom>
                <a:rect b="b" l="l" r="r" t="t"/>
                <a:pathLst>
                  <a:path extrusionOk="0" h="15054" w="11324">
                    <a:moveTo>
                      <a:pt x="4107" y="3164"/>
                    </a:moveTo>
                    <a:cubicBezTo>
                      <a:pt x="6306" y="1447"/>
                      <a:pt x="8552" y="332"/>
                      <a:pt x="11323" y="0"/>
                    </a:cubicBezTo>
                    <a:cubicBezTo>
                      <a:pt x="11251" y="1814"/>
                      <a:pt x="7751" y="8980"/>
                      <a:pt x="5094" y="11278"/>
                    </a:cubicBezTo>
                    <a:cubicBezTo>
                      <a:pt x="5628" y="11194"/>
                      <a:pt x="6168" y="11145"/>
                      <a:pt x="6707" y="11130"/>
                    </a:cubicBezTo>
                    <a:cubicBezTo>
                      <a:pt x="7162" y="11115"/>
                      <a:pt x="7657" y="11142"/>
                      <a:pt x="8006" y="11437"/>
                    </a:cubicBezTo>
                    <a:cubicBezTo>
                      <a:pt x="8058" y="11481"/>
                      <a:pt x="8110" y="11538"/>
                      <a:pt x="8117" y="11605"/>
                    </a:cubicBezTo>
                    <a:cubicBezTo>
                      <a:pt x="8137" y="11761"/>
                      <a:pt x="7951" y="11850"/>
                      <a:pt x="7798" y="11887"/>
                    </a:cubicBezTo>
                    <a:cubicBezTo>
                      <a:pt x="7147" y="12048"/>
                      <a:pt x="6482" y="12149"/>
                      <a:pt x="5811" y="12191"/>
                    </a:cubicBezTo>
                    <a:cubicBezTo>
                      <a:pt x="6472" y="12231"/>
                      <a:pt x="7068" y="12778"/>
                      <a:pt x="7165" y="13431"/>
                    </a:cubicBezTo>
                    <a:cubicBezTo>
                      <a:pt x="7261" y="14086"/>
                      <a:pt x="6848" y="14781"/>
                      <a:pt x="6227" y="15009"/>
                    </a:cubicBezTo>
                    <a:cubicBezTo>
                      <a:pt x="6158" y="15034"/>
                      <a:pt x="6086" y="15053"/>
                      <a:pt x="6017" y="15034"/>
                    </a:cubicBezTo>
                    <a:cubicBezTo>
                      <a:pt x="5938" y="15009"/>
                      <a:pt x="5883" y="14940"/>
                      <a:pt x="5834" y="14873"/>
                    </a:cubicBezTo>
                    <a:cubicBezTo>
                      <a:pt x="5294" y="14123"/>
                      <a:pt x="4837" y="13319"/>
                      <a:pt x="4330" y="12547"/>
                    </a:cubicBezTo>
                    <a:cubicBezTo>
                      <a:pt x="3813" y="11758"/>
                      <a:pt x="3244" y="11004"/>
                      <a:pt x="2630" y="10286"/>
                    </a:cubicBezTo>
                    <a:cubicBezTo>
                      <a:pt x="2311" y="9915"/>
                      <a:pt x="1980" y="9554"/>
                      <a:pt x="1638" y="9205"/>
                    </a:cubicBezTo>
                    <a:cubicBezTo>
                      <a:pt x="1334" y="8896"/>
                      <a:pt x="817" y="8572"/>
                      <a:pt x="602" y="8203"/>
                    </a:cubicBezTo>
                    <a:cubicBezTo>
                      <a:pt x="0" y="7174"/>
                      <a:pt x="3353" y="3753"/>
                      <a:pt x="4107" y="31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8016480" y="4618800"/>
                <a:ext cx="360" cy="360"/>
              </a:xfrm>
              <a:custGeom>
                <a:rect b="b" l="l" r="r" t="t"/>
                <a:pathLst>
                  <a:path extrusionOk="0" h="16" w="13">
                    <a:moveTo>
                      <a:pt x="1" y="1"/>
                    </a:moveTo>
                    <a:cubicBezTo>
                      <a:pt x="1" y="1"/>
                      <a:pt x="4" y="6"/>
                      <a:pt x="12" y="16"/>
                    </a:cubicBezTo>
                    <a:cubicBezTo>
                      <a:pt x="6" y="6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rgbClr val="FAEAD6"/>
              </a:solidFill>
              <a:ln>
                <a:noFill/>
              </a:ln>
            </p:spPr>
            <p:txBody>
              <a:bodyPr anchorCtr="0" anchor="ctr" bIns="350" lIns="91425" spcFirstLastPara="1" rIns="91425" wrap="square" tIns="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7199640" y="3008160"/>
                <a:ext cx="876600" cy="1755720"/>
              </a:xfrm>
              <a:custGeom>
                <a:rect b="b" l="l" r="r" t="t"/>
                <a:pathLst>
                  <a:path extrusionOk="0" h="70242" w="35075">
                    <a:moveTo>
                      <a:pt x="4848" y="0"/>
                    </a:moveTo>
                    <a:cubicBezTo>
                      <a:pt x="4731" y="0"/>
                      <a:pt x="4671" y="88"/>
                      <a:pt x="4666" y="184"/>
                    </a:cubicBezTo>
                    <a:cubicBezTo>
                      <a:pt x="3917" y="916"/>
                      <a:pt x="3640" y="1997"/>
                      <a:pt x="3820" y="3024"/>
                    </a:cubicBezTo>
                    <a:cubicBezTo>
                      <a:pt x="4033" y="4233"/>
                      <a:pt x="4837" y="5228"/>
                      <a:pt x="5747" y="6007"/>
                    </a:cubicBezTo>
                    <a:cubicBezTo>
                      <a:pt x="4152" y="8560"/>
                      <a:pt x="3014" y="11378"/>
                      <a:pt x="2428" y="14331"/>
                    </a:cubicBezTo>
                    <a:cubicBezTo>
                      <a:pt x="2284" y="15051"/>
                      <a:pt x="2168" y="15781"/>
                      <a:pt x="2094" y="16513"/>
                    </a:cubicBezTo>
                    <a:cubicBezTo>
                      <a:pt x="2032" y="17095"/>
                      <a:pt x="1871" y="17864"/>
                      <a:pt x="2027" y="18438"/>
                    </a:cubicBezTo>
                    <a:cubicBezTo>
                      <a:pt x="2136" y="18846"/>
                      <a:pt x="2473" y="18987"/>
                      <a:pt x="2886" y="18987"/>
                    </a:cubicBezTo>
                    <a:cubicBezTo>
                      <a:pt x="3442" y="18987"/>
                      <a:pt x="4134" y="18732"/>
                      <a:pt x="4595" y="18522"/>
                    </a:cubicBezTo>
                    <a:lnTo>
                      <a:pt x="4595" y="18522"/>
                    </a:lnTo>
                    <a:cubicBezTo>
                      <a:pt x="3147" y="21043"/>
                      <a:pt x="2042" y="23643"/>
                      <a:pt x="1478" y="26518"/>
                    </a:cubicBezTo>
                    <a:cubicBezTo>
                      <a:pt x="1159" y="28160"/>
                      <a:pt x="983" y="29850"/>
                      <a:pt x="1238" y="31517"/>
                    </a:cubicBezTo>
                    <a:cubicBezTo>
                      <a:pt x="1262" y="31675"/>
                      <a:pt x="1292" y="31841"/>
                      <a:pt x="1381" y="31977"/>
                    </a:cubicBezTo>
                    <a:cubicBezTo>
                      <a:pt x="1503" y="32161"/>
                      <a:pt x="1715" y="32209"/>
                      <a:pt x="1924" y="32209"/>
                    </a:cubicBezTo>
                    <a:cubicBezTo>
                      <a:pt x="1981" y="32209"/>
                      <a:pt x="2039" y="32205"/>
                      <a:pt x="2094" y="32200"/>
                    </a:cubicBezTo>
                    <a:cubicBezTo>
                      <a:pt x="2346" y="32175"/>
                      <a:pt x="2906" y="32071"/>
                      <a:pt x="2935" y="31743"/>
                    </a:cubicBezTo>
                    <a:lnTo>
                      <a:pt x="2935" y="31743"/>
                    </a:lnTo>
                    <a:cubicBezTo>
                      <a:pt x="2838" y="32883"/>
                      <a:pt x="2836" y="34033"/>
                      <a:pt x="2823" y="35176"/>
                    </a:cubicBezTo>
                    <a:cubicBezTo>
                      <a:pt x="2801" y="37145"/>
                      <a:pt x="2814" y="39117"/>
                      <a:pt x="2831" y="41086"/>
                    </a:cubicBezTo>
                    <a:cubicBezTo>
                      <a:pt x="2875" y="45695"/>
                      <a:pt x="2967" y="50303"/>
                      <a:pt x="3103" y="54912"/>
                    </a:cubicBezTo>
                    <a:cubicBezTo>
                      <a:pt x="3155" y="56782"/>
                      <a:pt x="3217" y="58652"/>
                      <a:pt x="3296" y="60525"/>
                    </a:cubicBezTo>
                    <a:cubicBezTo>
                      <a:pt x="3323" y="61176"/>
                      <a:pt x="3353" y="61829"/>
                      <a:pt x="3392" y="62479"/>
                    </a:cubicBezTo>
                    <a:cubicBezTo>
                      <a:pt x="3405" y="62690"/>
                      <a:pt x="3373" y="62969"/>
                      <a:pt x="3437" y="63170"/>
                    </a:cubicBezTo>
                    <a:cubicBezTo>
                      <a:pt x="3439" y="63192"/>
                      <a:pt x="3442" y="63217"/>
                      <a:pt x="3444" y="63239"/>
                    </a:cubicBezTo>
                    <a:lnTo>
                      <a:pt x="3331" y="63348"/>
                    </a:lnTo>
                    <a:cubicBezTo>
                      <a:pt x="2200" y="64451"/>
                      <a:pt x="916" y="65846"/>
                      <a:pt x="525" y="67420"/>
                    </a:cubicBezTo>
                    <a:cubicBezTo>
                      <a:pt x="0" y="69545"/>
                      <a:pt x="2255" y="70241"/>
                      <a:pt x="3975" y="70241"/>
                    </a:cubicBezTo>
                    <a:cubicBezTo>
                      <a:pt x="4070" y="70241"/>
                      <a:pt x="4164" y="70239"/>
                      <a:pt x="4256" y="70235"/>
                    </a:cubicBezTo>
                    <a:cubicBezTo>
                      <a:pt x="5441" y="70183"/>
                      <a:pt x="6626" y="69903"/>
                      <a:pt x="7731" y="69480"/>
                    </a:cubicBezTo>
                    <a:cubicBezTo>
                      <a:pt x="8347" y="69245"/>
                      <a:pt x="9349" y="68919"/>
                      <a:pt x="9715" y="68313"/>
                    </a:cubicBezTo>
                    <a:cubicBezTo>
                      <a:pt x="10000" y="67840"/>
                      <a:pt x="9928" y="67024"/>
                      <a:pt x="9960" y="66497"/>
                    </a:cubicBezTo>
                    <a:cubicBezTo>
                      <a:pt x="10153" y="63340"/>
                      <a:pt x="10185" y="60171"/>
                      <a:pt x="10225" y="57010"/>
                    </a:cubicBezTo>
                    <a:cubicBezTo>
                      <a:pt x="10277" y="53037"/>
                      <a:pt x="10294" y="49064"/>
                      <a:pt x="10317" y="45091"/>
                    </a:cubicBezTo>
                    <a:cubicBezTo>
                      <a:pt x="10329" y="43043"/>
                      <a:pt x="10336" y="40997"/>
                      <a:pt x="10339" y="38948"/>
                    </a:cubicBezTo>
                    <a:cubicBezTo>
                      <a:pt x="10381" y="39023"/>
                      <a:pt x="10438" y="39089"/>
                      <a:pt x="10507" y="39139"/>
                    </a:cubicBezTo>
                    <a:cubicBezTo>
                      <a:pt x="10613" y="39213"/>
                      <a:pt x="10733" y="39243"/>
                      <a:pt x="10858" y="39243"/>
                    </a:cubicBezTo>
                    <a:cubicBezTo>
                      <a:pt x="11091" y="39243"/>
                      <a:pt x="11342" y="39138"/>
                      <a:pt x="11554" y="39020"/>
                    </a:cubicBezTo>
                    <a:cubicBezTo>
                      <a:pt x="12719" y="38360"/>
                      <a:pt x="13659" y="37365"/>
                      <a:pt x="14250" y="36165"/>
                    </a:cubicBezTo>
                    <a:lnTo>
                      <a:pt x="14250" y="36165"/>
                    </a:lnTo>
                    <a:cubicBezTo>
                      <a:pt x="13812" y="38379"/>
                      <a:pt x="14173" y="40678"/>
                      <a:pt x="15264" y="42654"/>
                    </a:cubicBezTo>
                    <a:cubicBezTo>
                      <a:pt x="15603" y="43265"/>
                      <a:pt x="16078" y="43884"/>
                      <a:pt x="16763" y="44037"/>
                    </a:cubicBezTo>
                    <a:cubicBezTo>
                      <a:pt x="16869" y="44060"/>
                      <a:pt x="16975" y="44071"/>
                      <a:pt x="17081" y="44071"/>
                    </a:cubicBezTo>
                    <a:cubicBezTo>
                      <a:pt x="17643" y="44071"/>
                      <a:pt x="18195" y="43766"/>
                      <a:pt x="18626" y="43386"/>
                    </a:cubicBezTo>
                    <a:cubicBezTo>
                      <a:pt x="19675" y="42469"/>
                      <a:pt x="20274" y="41056"/>
                      <a:pt x="20202" y="39663"/>
                    </a:cubicBezTo>
                    <a:lnTo>
                      <a:pt x="20202" y="39663"/>
                    </a:lnTo>
                    <a:cubicBezTo>
                      <a:pt x="20400" y="40277"/>
                      <a:pt x="20605" y="40908"/>
                      <a:pt x="21008" y="41410"/>
                    </a:cubicBezTo>
                    <a:cubicBezTo>
                      <a:pt x="21353" y="41834"/>
                      <a:pt x="21879" y="42151"/>
                      <a:pt x="22414" y="42151"/>
                    </a:cubicBezTo>
                    <a:cubicBezTo>
                      <a:pt x="22510" y="42151"/>
                      <a:pt x="22606" y="42141"/>
                      <a:pt x="22701" y="42120"/>
                    </a:cubicBezTo>
                    <a:cubicBezTo>
                      <a:pt x="23109" y="42028"/>
                      <a:pt x="23445" y="41749"/>
                      <a:pt x="23735" y="41447"/>
                    </a:cubicBezTo>
                    <a:cubicBezTo>
                      <a:pt x="24482" y="40660"/>
                      <a:pt x="24971" y="39705"/>
                      <a:pt x="25251" y="38671"/>
                    </a:cubicBezTo>
                    <a:cubicBezTo>
                      <a:pt x="26139" y="40084"/>
                      <a:pt x="26560" y="41751"/>
                      <a:pt x="26612" y="43471"/>
                    </a:cubicBezTo>
                    <a:cubicBezTo>
                      <a:pt x="26666" y="45333"/>
                      <a:pt x="26518" y="47213"/>
                      <a:pt x="26411" y="49071"/>
                    </a:cubicBezTo>
                    <a:cubicBezTo>
                      <a:pt x="26278" y="51429"/>
                      <a:pt x="26124" y="53786"/>
                      <a:pt x="25993" y="56144"/>
                    </a:cubicBezTo>
                    <a:cubicBezTo>
                      <a:pt x="25865" y="58455"/>
                      <a:pt x="25743" y="60770"/>
                      <a:pt x="25716" y="63086"/>
                    </a:cubicBezTo>
                    <a:cubicBezTo>
                      <a:pt x="25696" y="64666"/>
                      <a:pt x="25647" y="66311"/>
                      <a:pt x="25949" y="67872"/>
                    </a:cubicBezTo>
                    <a:cubicBezTo>
                      <a:pt x="26023" y="68248"/>
                      <a:pt x="26119" y="68679"/>
                      <a:pt x="26401" y="68958"/>
                    </a:cubicBezTo>
                    <a:cubicBezTo>
                      <a:pt x="26978" y="69530"/>
                      <a:pt x="27965" y="69720"/>
                      <a:pt x="28729" y="69849"/>
                    </a:cubicBezTo>
                    <a:cubicBezTo>
                      <a:pt x="29490" y="69977"/>
                      <a:pt x="30259" y="70040"/>
                      <a:pt x="31029" y="70040"/>
                    </a:cubicBezTo>
                    <a:cubicBezTo>
                      <a:pt x="31348" y="70040"/>
                      <a:pt x="31668" y="70029"/>
                      <a:pt x="31987" y="70007"/>
                    </a:cubicBezTo>
                    <a:cubicBezTo>
                      <a:pt x="32764" y="69953"/>
                      <a:pt x="33704" y="69884"/>
                      <a:pt x="34379" y="69446"/>
                    </a:cubicBezTo>
                    <a:cubicBezTo>
                      <a:pt x="35075" y="69000"/>
                      <a:pt x="34817" y="68231"/>
                      <a:pt x="34555" y="67588"/>
                    </a:cubicBezTo>
                    <a:cubicBezTo>
                      <a:pt x="34149" y="66601"/>
                      <a:pt x="33566" y="65683"/>
                      <a:pt x="32964" y="64805"/>
                    </a:cubicBezTo>
                    <a:cubicBezTo>
                      <a:pt x="32895" y="64706"/>
                      <a:pt x="32821" y="64533"/>
                      <a:pt x="32722" y="64459"/>
                    </a:cubicBezTo>
                    <a:cubicBezTo>
                      <a:pt x="32717" y="64456"/>
                      <a:pt x="32719" y="64454"/>
                      <a:pt x="32715" y="64451"/>
                    </a:cubicBezTo>
                    <a:cubicBezTo>
                      <a:pt x="32715" y="64412"/>
                      <a:pt x="32717" y="64374"/>
                      <a:pt x="32719" y="64335"/>
                    </a:cubicBezTo>
                    <a:cubicBezTo>
                      <a:pt x="32757" y="63961"/>
                      <a:pt x="32764" y="63583"/>
                      <a:pt x="32786" y="63209"/>
                    </a:cubicBezTo>
                    <a:cubicBezTo>
                      <a:pt x="32994" y="59649"/>
                      <a:pt x="33199" y="56090"/>
                      <a:pt x="33397" y="52530"/>
                    </a:cubicBezTo>
                    <a:cubicBezTo>
                      <a:pt x="33615" y="48695"/>
                      <a:pt x="33835" y="44863"/>
                      <a:pt x="34063" y="41031"/>
                    </a:cubicBezTo>
                    <a:cubicBezTo>
                      <a:pt x="34073" y="40858"/>
                      <a:pt x="34085" y="40688"/>
                      <a:pt x="34092" y="40519"/>
                    </a:cubicBezTo>
                    <a:cubicBezTo>
                      <a:pt x="34384" y="38958"/>
                      <a:pt x="34347" y="37345"/>
                      <a:pt x="34263" y="35767"/>
                    </a:cubicBezTo>
                    <a:cubicBezTo>
                      <a:pt x="34164" y="33850"/>
                      <a:pt x="34008" y="31940"/>
                      <a:pt x="33731" y="30040"/>
                    </a:cubicBezTo>
                    <a:cubicBezTo>
                      <a:pt x="33476" y="28299"/>
                      <a:pt x="33189" y="26527"/>
                      <a:pt x="32685" y="24840"/>
                    </a:cubicBezTo>
                    <a:cubicBezTo>
                      <a:pt x="32138" y="23012"/>
                      <a:pt x="31302" y="21233"/>
                      <a:pt x="30273" y="19630"/>
                    </a:cubicBezTo>
                    <a:cubicBezTo>
                      <a:pt x="29308" y="18129"/>
                      <a:pt x="28148" y="16778"/>
                      <a:pt x="26852" y="15561"/>
                    </a:cubicBezTo>
                    <a:lnTo>
                      <a:pt x="26852" y="15561"/>
                    </a:lnTo>
                    <a:cubicBezTo>
                      <a:pt x="27846" y="15850"/>
                      <a:pt x="28801" y="16268"/>
                      <a:pt x="29689" y="16805"/>
                    </a:cubicBezTo>
                    <a:cubicBezTo>
                      <a:pt x="29731" y="16831"/>
                      <a:pt x="29778" y="16843"/>
                      <a:pt x="29826" y="16843"/>
                    </a:cubicBezTo>
                    <a:cubicBezTo>
                      <a:pt x="29976" y="16843"/>
                      <a:pt x="30130" y="16726"/>
                      <a:pt x="30115" y="16560"/>
                    </a:cubicBezTo>
                    <a:cubicBezTo>
                      <a:pt x="29889" y="13916"/>
                      <a:pt x="28892" y="11383"/>
                      <a:pt x="27715" y="9025"/>
                    </a:cubicBezTo>
                    <a:cubicBezTo>
                      <a:pt x="27213" y="8016"/>
                      <a:pt x="26612" y="7058"/>
                      <a:pt x="25961" y="6138"/>
                    </a:cubicBezTo>
                    <a:cubicBezTo>
                      <a:pt x="25630" y="5673"/>
                      <a:pt x="25286" y="5218"/>
                      <a:pt x="24934" y="4765"/>
                    </a:cubicBezTo>
                    <a:cubicBezTo>
                      <a:pt x="24608" y="4347"/>
                      <a:pt x="24279" y="3820"/>
                      <a:pt x="23883" y="3474"/>
                    </a:cubicBezTo>
                    <a:lnTo>
                      <a:pt x="23883" y="3474"/>
                    </a:lnTo>
                    <a:cubicBezTo>
                      <a:pt x="24044" y="3615"/>
                      <a:pt x="24086" y="4444"/>
                      <a:pt x="24120" y="4676"/>
                    </a:cubicBezTo>
                    <a:cubicBezTo>
                      <a:pt x="24182" y="5094"/>
                      <a:pt x="24205" y="5510"/>
                      <a:pt x="24106" y="5925"/>
                    </a:cubicBezTo>
                    <a:cubicBezTo>
                      <a:pt x="24078" y="6034"/>
                      <a:pt x="24044" y="6146"/>
                      <a:pt x="23960" y="6222"/>
                    </a:cubicBezTo>
                    <a:cubicBezTo>
                      <a:pt x="23903" y="6274"/>
                      <a:pt x="23842" y="6296"/>
                      <a:pt x="23780" y="6296"/>
                    </a:cubicBezTo>
                    <a:cubicBezTo>
                      <a:pt x="23548" y="6296"/>
                      <a:pt x="23298" y="5992"/>
                      <a:pt x="23163" y="5851"/>
                    </a:cubicBezTo>
                    <a:cubicBezTo>
                      <a:pt x="22475" y="5136"/>
                      <a:pt x="21934" y="4295"/>
                      <a:pt x="21572" y="3370"/>
                    </a:cubicBezTo>
                    <a:lnTo>
                      <a:pt x="21572" y="3370"/>
                    </a:lnTo>
                    <a:cubicBezTo>
                      <a:pt x="21686" y="3667"/>
                      <a:pt x="21783" y="3971"/>
                      <a:pt x="21862" y="4278"/>
                    </a:cubicBezTo>
                    <a:cubicBezTo>
                      <a:pt x="21971" y="4711"/>
                      <a:pt x="22092" y="5144"/>
                      <a:pt x="22183" y="5584"/>
                    </a:cubicBezTo>
                    <a:cubicBezTo>
                      <a:pt x="22268" y="5992"/>
                      <a:pt x="22352" y="6440"/>
                      <a:pt x="22300" y="6858"/>
                    </a:cubicBezTo>
                    <a:cubicBezTo>
                      <a:pt x="22273" y="7098"/>
                      <a:pt x="22181" y="7335"/>
                      <a:pt x="22003" y="7499"/>
                    </a:cubicBezTo>
                    <a:cubicBezTo>
                      <a:pt x="21857" y="7633"/>
                      <a:pt x="21695" y="7687"/>
                      <a:pt x="21528" y="7687"/>
                    </a:cubicBezTo>
                    <a:cubicBezTo>
                      <a:pt x="21012" y="7687"/>
                      <a:pt x="20441" y="7171"/>
                      <a:pt x="20103" y="6885"/>
                    </a:cubicBezTo>
                    <a:cubicBezTo>
                      <a:pt x="18572" y="5579"/>
                      <a:pt x="17278" y="3956"/>
                      <a:pt x="16187" y="2274"/>
                    </a:cubicBezTo>
                    <a:cubicBezTo>
                      <a:pt x="16157" y="2230"/>
                      <a:pt x="16108" y="2202"/>
                      <a:pt x="16056" y="2202"/>
                    </a:cubicBezTo>
                    <a:lnTo>
                      <a:pt x="16014" y="2111"/>
                    </a:lnTo>
                    <a:cubicBezTo>
                      <a:pt x="15774" y="1571"/>
                      <a:pt x="15534" y="1032"/>
                      <a:pt x="15291" y="495"/>
                    </a:cubicBezTo>
                    <a:cubicBezTo>
                      <a:pt x="15252" y="401"/>
                      <a:pt x="15138" y="357"/>
                      <a:pt x="15044" y="352"/>
                    </a:cubicBezTo>
                    <a:cubicBezTo>
                      <a:pt x="12080" y="226"/>
                      <a:pt x="9114" y="72"/>
                      <a:pt x="6146" y="20"/>
                    </a:cubicBezTo>
                    <a:cubicBezTo>
                      <a:pt x="5718" y="15"/>
                      <a:pt x="5287" y="18"/>
                      <a:pt x="4862" y="1"/>
                    </a:cubicBezTo>
                    <a:cubicBezTo>
                      <a:pt x="4857" y="0"/>
                      <a:pt x="4852" y="0"/>
                      <a:pt x="4848" y="0"/>
                    </a:cubicBezTo>
                    <a:close/>
                  </a:path>
                </a:pathLst>
              </a:custGeom>
              <a:solidFill>
                <a:srgbClr val="ECDF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>
                <a:off x="7263720" y="2585520"/>
                <a:ext cx="419760" cy="558360"/>
              </a:xfrm>
              <a:custGeom>
                <a:rect b="b" l="l" r="r" t="t"/>
                <a:pathLst>
                  <a:path extrusionOk="0" h="22353" w="16808">
                    <a:moveTo>
                      <a:pt x="12271" y="0"/>
                    </a:moveTo>
                    <a:cubicBezTo>
                      <a:pt x="12255" y="0"/>
                      <a:pt x="12240" y="0"/>
                      <a:pt x="12224" y="1"/>
                    </a:cubicBezTo>
                    <a:cubicBezTo>
                      <a:pt x="11405" y="20"/>
                      <a:pt x="10522" y="456"/>
                      <a:pt x="9995" y="1084"/>
                    </a:cubicBezTo>
                    <a:cubicBezTo>
                      <a:pt x="9361" y="1846"/>
                      <a:pt x="9003" y="2816"/>
                      <a:pt x="8703" y="3748"/>
                    </a:cubicBezTo>
                    <a:cubicBezTo>
                      <a:pt x="8335" y="4889"/>
                      <a:pt x="7989" y="6007"/>
                      <a:pt x="7343" y="7029"/>
                    </a:cubicBezTo>
                    <a:cubicBezTo>
                      <a:pt x="6737" y="7989"/>
                      <a:pt x="5938" y="8805"/>
                      <a:pt x="5102" y="9564"/>
                    </a:cubicBezTo>
                    <a:cubicBezTo>
                      <a:pt x="3568" y="10957"/>
                      <a:pt x="1566" y="12219"/>
                      <a:pt x="592" y="14104"/>
                    </a:cubicBezTo>
                    <a:cubicBezTo>
                      <a:pt x="166" y="14928"/>
                      <a:pt x="1" y="15944"/>
                      <a:pt x="268" y="16845"/>
                    </a:cubicBezTo>
                    <a:cubicBezTo>
                      <a:pt x="525" y="17708"/>
                      <a:pt x="1099" y="18329"/>
                      <a:pt x="1797" y="18873"/>
                    </a:cubicBezTo>
                    <a:cubicBezTo>
                      <a:pt x="2506" y="19430"/>
                      <a:pt x="3397" y="19661"/>
                      <a:pt x="4286" y="19661"/>
                    </a:cubicBezTo>
                    <a:cubicBezTo>
                      <a:pt x="4504" y="19661"/>
                      <a:pt x="4721" y="19647"/>
                      <a:pt x="4936" y="19620"/>
                    </a:cubicBezTo>
                    <a:cubicBezTo>
                      <a:pt x="5648" y="19531"/>
                      <a:pt x="6432" y="19324"/>
                      <a:pt x="7110" y="18962"/>
                    </a:cubicBezTo>
                    <a:cubicBezTo>
                      <a:pt x="7630" y="20410"/>
                      <a:pt x="8644" y="21644"/>
                      <a:pt x="10195" y="22117"/>
                    </a:cubicBezTo>
                    <a:cubicBezTo>
                      <a:pt x="10700" y="22270"/>
                      <a:pt x="11281" y="22352"/>
                      <a:pt x="11865" y="22352"/>
                    </a:cubicBezTo>
                    <a:cubicBezTo>
                      <a:pt x="12334" y="22352"/>
                      <a:pt x="12806" y="22300"/>
                      <a:pt x="13243" y="22188"/>
                    </a:cubicBezTo>
                    <a:cubicBezTo>
                      <a:pt x="13282" y="22181"/>
                      <a:pt x="13322" y="22169"/>
                      <a:pt x="13362" y="22159"/>
                    </a:cubicBezTo>
                    <a:cubicBezTo>
                      <a:pt x="13401" y="22149"/>
                      <a:pt x="13436" y="22141"/>
                      <a:pt x="13473" y="22126"/>
                    </a:cubicBezTo>
                    <a:cubicBezTo>
                      <a:pt x="13945" y="22000"/>
                      <a:pt x="14388" y="21785"/>
                      <a:pt x="14779" y="21488"/>
                    </a:cubicBezTo>
                    <a:cubicBezTo>
                      <a:pt x="16808" y="19935"/>
                      <a:pt x="16350" y="17223"/>
                      <a:pt x="15544" y="15150"/>
                    </a:cubicBezTo>
                    <a:cubicBezTo>
                      <a:pt x="15049" y="13881"/>
                      <a:pt x="14517" y="12649"/>
                      <a:pt x="14237" y="11308"/>
                    </a:cubicBezTo>
                    <a:cubicBezTo>
                      <a:pt x="13950" y="9940"/>
                      <a:pt x="13894" y="8525"/>
                      <a:pt x="13985" y="7135"/>
                    </a:cubicBezTo>
                    <a:cubicBezTo>
                      <a:pt x="14037" y="6309"/>
                      <a:pt x="14136" y="5493"/>
                      <a:pt x="14270" y="4676"/>
                    </a:cubicBezTo>
                    <a:cubicBezTo>
                      <a:pt x="14388" y="3939"/>
                      <a:pt x="14529" y="3199"/>
                      <a:pt x="14458" y="2450"/>
                    </a:cubicBezTo>
                    <a:cubicBezTo>
                      <a:pt x="14343" y="1303"/>
                      <a:pt x="13566" y="0"/>
                      <a:pt x="12271" y="0"/>
                    </a:cubicBezTo>
                    <a:close/>
                  </a:path>
                </a:pathLst>
              </a:custGeom>
              <a:solidFill>
                <a:srgbClr val="ECDF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7360200" y="3603240"/>
                <a:ext cx="121320" cy="392040"/>
              </a:xfrm>
              <a:custGeom>
                <a:rect b="b" l="l" r="r" t="t"/>
                <a:pathLst>
                  <a:path extrusionOk="0" h="15689" w="4868">
                    <a:moveTo>
                      <a:pt x="4726" y="0"/>
                    </a:moveTo>
                    <a:cubicBezTo>
                      <a:pt x="4703" y="0"/>
                      <a:pt x="4679" y="9"/>
                      <a:pt x="4657" y="30"/>
                    </a:cubicBezTo>
                    <a:cubicBezTo>
                      <a:pt x="2648" y="1927"/>
                      <a:pt x="1397" y="4369"/>
                      <a:pt x="721" y="7031"/>
                    </a:cubicBezTo>
                    <a:cubicBezTo>
                      <a:pt x="547" y="7713"/>
                      <a:pt x="1" y="9218"/>
                      <a:pt x="1035" y="9218"/>
                    </a:cubicBezTo>
                    <a:cubicBezTo>
                      <a:pt x="1103" y="9218"/>
                      <a:pt x="1178" y="9212"/>
                      <a:pt x="1260" y="9198"/>
                    </a:cubicBezTo>
                    <a:cubicBezTo>
                      <a:pt x="2279" y="9028"/>
                      <a:pt x="3213" y="8566"/>
                      <a:pt x="4059" y="7989"/>
                    </a:cubicBezTo>
                    <a:lnTo>
                      <a:pt x="4059" y="7989"/>
                    </a:lnTo>
                    <a:cubicBezTo>
                      <a:pt x="3408" y="9158"/>
                      <a:pt x="3039" y="10489"/>
                      <a:pt x="2945" y="11820"/>
                    </a:cubicBezTo>
                    <a:cubicBezTo>
                      <a:pt x="2854" y="13144"/>
                      <a:pt x="3012" y="14724"/>
                      <a:pt x="4088" y="15642"/>
                    </a:cubicBezTo>
                    <a:cubicBezTo>
                      <a:pt x="4125" y="15675"/>
                      <a:pt x="4166" y="15688"/>
                      <a:pt x="4203" y="15688"/>
                    </a:cubicBezTo>
                    <a:cubicBezTo>
                      <a:pt x="4330" y="15688"/>
                      <a:pt x="4432" y="15533"/>
                      <a:pt x="4323" y="15407"/>
                    </a:cubicBezTo>
                    <a:cubicBezTo>
                      <a:pt x="2408" y="13225"/>
                      <a:pt x="3534" y="9673"/>
                      <a:pt x="4773" y="7449"/>
                    </a:cubicBezTo>
                    <a:cubicBezTo>
                      <a:pt x="4840" y="7329"/>
                      <a:pt x="4742" y="7212"/>
                      <a:pt x="4632" y="7212"/>
                    </a:cubicBezTo>
                    <a:cubicBezTo>
                      <a:pt x="4595" y="7212"/>
                      <a:pt x="4557" y="7226"/>
                      <a:pt x="4523" y="7256"/>
                    </a:cubicBezTo>
                    <a:cubicBezTo>
                      <a:pt x="3682" y="8015"/>
                      <a:pt x="2619" y="8557"/>
                      <a:pt x="1530" y="8859"/>
                    </a:cubicBezTo>
                    <a:cubicBezTo>
                      <a:pt x="1390" y="8899"/>
                      <a:pt x="1315" y="8926"/>
                      <a:pt x="1249" y="8926"/>
                    </a:cubicBezTo>
                    <a:cubicBezTo>
                      <a:pt x="1166" y="8926"/>
                      <a:pt x="1096" y="8883"/>
                      <a:pt x="924" y="8768"/>
                    </a:cubicBezTo>
                    <a:cubicBezTo>
                      <a:pt x="597" y="8545"/>
                      <a:pt x="659" y="8547"/>
                      <a:pt x="719" y="8211"/>
                    </a:cubicBezTo>
                    <a:cubicBezTo>
                      <a:pt x="766" y="7951"/>
                      <a:pt x="820" y="7694"/>
                      <a:pt x="882" y="7439"/>
                    </a:cubicBezTo>
                    <a:cubicBezTo>
                      <a:pt x="1013" y="6900"/>
                      <a:pt x="1176" y="6368"/>
                      <a:pt x="1377" y="5851"/>
                    </a:cubicBezTo>
                    <a:cubicBezTo>
                      <a:pt x="2158" y="3775"/>
                      <a:pt x="3361" y="1861"/>
                      <a:pt x="4803" y="178"/>
                    </a:cubicBezTo>
                    <a:cubicBezTo>
                      <a:pt x="4868" y="100"/>
                      <a:pt x="4803" y="0"/>
                      <a:pt x="4726" y="0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0" name="Google Shape;210;p20"/>
              <p:cNvSpPr/>
              <p:nvPr/>
            </p:nvSpPr>
            <p:spPr>
              <a:xfrm>
                <a:off x="7818120" y="3660480"/>
                <a:ext cx="100080" cy="339480"/>
              </a:xfrm>
              <a:custGeom>
                <a:rect b="b" l="l" r="r" t="t"/>
                <a:pathLst>
                  <a:path extrusionOk="0" h="13599" w="4018">
                    <a:moveTo>
                      <a:pt x="238" y="0"/>
                    </a:moveTo>
                    <a:cubicBezTo>
                      <a:pt x="119" y="0"/>
                      <a:pt x="0" y="115"/>
                      <a:pt x="84" y="238"/>
                    </a:cubicBezTo>
                    <a:lnTo>
                      <a:pt x="87" y="238"/>
                    </a:lnTo>
                    <a:cubicBezTo>
                      <a:pt x="530" y="874"/>
                      <a:pt x="1114" y="1408"/>
                      <a:pt x="1566" y="2041"/>
                    </a:cubicBezTo>
                    <a:cubicBezTo>
                      <a:pt x="2059" y="2729"/>
                      <a:pt x="2482" y="3481"/>
                      <a:pt x="2783" y="4270"/>
                    </a:cubicBezTo>
                    <a:cubicBezTo>
                      <a:pt x="3053" y="4988"/>
                      <a:pt x="3385" y="5935"/>
                      <a:pt x="3295" y="6710"/>
                    </a:cubicBezTo>
                    <a:cubicBezTo>
                      <a:pt x="3232" y="7260"/>
                      <a:pt x="2863" y="7455"/>
                      <a:pt x="2417" y="7455"/>
                    </a:cubicBezTo>
                    <a:cubicBezTo>
                      <a:pt x="1833" y="7455"/>
                      <a:pt x="1119" y="7121"/>
                      <a:pt x="790" y="6811"/>
                    </a:cubicBezTo>
                    <a:lnTo>
                      <a:pt x="790" y="6811"/>
                    </a:lnTo>
                    <a:cubicBezTo>
                      <a:pt x="790" y="6811"/>
                      <a:pt x="790" y="6811"/>
                      <a:pt x="790" y="6811"/>
                    </a:cubicBezTo>
                    <a:cubicBezTo>
                      <a:pt x="753" y="6776"/>
                      <a:pt x="712" y="6762"/>
                      <a:pt x="674" y="6762"/>
                    </a:cubicBezTo>
                    <a:cubicBezTo>
                      <a:pt x="547" y="6762"/>
                      <a:pt x="443" y="6926"/>
                      <a:pt x="550" y="7053"/>
                    </a:cubicBezTo>
                    <a:cubicBezTo>
                      <a:pt x="1438" y="8105"/>
                      <a:pt x="2051" y="9371"/>
                      <a:pt x="2373" y="10707"/>
                    </a:cubicBezTo>
                    <a:cubicBezTo>
                      <a:pt x="2511" y="11284"/>
                      <a:pt x="2707" y="11964"/>
                      <a:pt x="2568" y="12555"/>
                    </a:cubicBezTo>
                    <a:cubicBezTo>
                      <a:pt x="2488" y="12893"/>
                      <a:pt x="2258" y="13124"/>
                      <a:pt x="1956" y="13124"/>
                    </a:cubicBezTo>
                    <a:cubicBezTo>
                      <a:pt x="1855" y="13124"/>
                      <a:pt x="1747" y="13098"/>
                      <a:pt x="1633" y="13043"/>
                    </a:cubicBezTo>
                    <a:cubicBezTo>
                      <a:pt x="1302" y="12882"/>
                      <a:pt x="1062" y="12590"/>
                      <a:pt x="802" y="12342"/>
                    </a:cubicBezTo>
                    <a:cubicBezTo>
                      <a:pt x="762" y="12304"/>
                      <a:pt x="713" y="12288"/>
                      <a:pt x="665" y="12288"/>
                    </a:cubicBezTo>
                    <a:cubicBezTo>
                      <a:pt x="517" y="12288"/>
                      <a:pt x="371" y="12441"/>
                      <a:pt x="475" y="12592"/>
                    </a:cubicBezTo>
                    <a:cubicBezTo>
                      <a:pt x="813" y="13076"/>
                      <a:pt x="1390" y="13598"/>
                      <a:pt x="2011" y="13598"/>
                    </a:cubicBezTo>
                    <a:cubicBezTo>
                      <a:pt x="2127" y="13598"/>
                      <a:pt x="2245" y="13580"/>
                      <a:pt x="2363" y="13540"/>
                    </a:cubicBezTo>
                    <a:cubicBezTo>
                      <a:pt x="3063" y="13302"/>
                      <a:pt x="3184" y="12525"/>
                      <a:pt x="3127" y="11875"/>
                    </a:cubicBezTo>
                    <a:cubicBezTo>
                      <a:pt x="2997" y="10393"/>
                      <a:pt x="2436" y="8941"/>
                      <a:pt x="1561" y="7730"/>
                    </a:cubicBezTo>
                    <a:lnTo>
                      <a:pt x="1561" y="7730"/>
                    </a:lnTo>
                    <a:cubicBezTo>
                      <a:pt x="1703" y="7805"/>
                      <a:pt x="1859" y="7864"/>
                      <a:pt x="2039" y="7894"/>
                    </a:cubicBezTo>
                    <a:cubicBezTo>
                      <a:pt x="2141" y="7912"/>
                      <a:pt x="2245" y="7921"/>
                      <a:pt x="2351" y="7921"/>
                    </a:cubicBezTo>
                    <a:cubicBezTo>
                      <a:pt x="2625" y="7921"/>
                      <a:pt x="2902" y="7859"/>
                      <a:pt x="3142" y="7729"/>
                    </a:cubicBezTo>
                    <a:cubicBezTo>
                      <a:pt x="4018" y="7244"/>
                      <a:pt x="3793" y="6165"/>
                      <a:pt x="3637" y="5351"/>
                    </a:cubicBezTo>
                    <a:cubicBezTo>
                      <a:pt x="3441" y="4298"/>
                      <a:pt x="3068" y="3286"/>
                      <a:pt x="2531" y="2356"/>
                    </a:cubicBezTo>
                    <a:cubicBezTo>
                      <a:pt x="2019" y="1477"/>
                      <a:pt x="1257" y="451"/>
                      <a:pt x="310" y="15"/>
                    </a:cubicBezTo>
                    <a:cubicBezTo>
                      <a:pt x="287" y="5"/>
                      <a:pt x="263" y="0"/>
                      <a:pt x="238" y="0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7358760" y="3051360"/>
                <a:ext cx="178200" cy="264600"/>
              </a:xfrm>
              <a:custGeom>
                <a:rect b="b" l="l" r="r" t="t"/>
                <a:pathLst>
                  <a:path extrusionOk="0" h="10600" w="7138">
                    <a:moveTo>
                      <a:pt x="3461" y="0"/>
                    </a:moveTo>
                    <a:cubicBezTo>
                      <a:pt x="3058" y="297"/>
                      <a:pt x="2613" y="530"/>
                      <a:pt x="2138" y="691"/>
                    </a:cubicBezTo>
                    <a:cubicBezTo>
                      <a:pt x="1752" y="822"/>
                      <a:pt x="1349" y="918"/>
                      <a:pt x="943" y="938"/>
                    </a:cubicBezTo>
                    <a:cubicBezTo>
                      <a:pt x="525" y="2388"/>
                      <a:pt x="0" y="4864"/>
                      <a:pt x="535" y="6875"/>
                    </a:cubicBezTo>
                    <a:cubicBezTo>
                      <a:pt x="1144" y="9173"/>
                      <a:pt x="2025" y="10600"/>
                      <a:pt x="3407" y="10600"/>
                    </a:cubicBezTo>
                    <a:cubicBezTo>
                      <a:pt x="3849" y="10600"/>
                      <a:pt x="4342" y="10454"/>
                      <a:pt x="4894" y="10143"/>
                    </a:cubicBezTo>
                    <a:cubicBezTo>
                      <a:pt x="6608" y="9181"/>
                      <a:pt x="7137" y="5638"/>
                      <a:pt x="6949" y="3461"/>
                    </a:cubicBezTo>
                    <a:cubicBezTo>
                      <a:pt x="6806" y="3436"/>
                      <a:pt x="6665" y="3402"/>
                      <a:pt x="6524" y="3360"/>
                    </a:cubicBezTo>
                    <a:cubicBezTo>
                      <a:pt x="5952" y="3189"/>
                      <a:pt x="5433" y="2877"/>
                      <a:pt x="4973" y="2504"/>
                    </a:cubicBezTo>
                    <a:cubicBezTo>
                      <a:pt x="4231" y="1898"/>
                      <a:pt x="3538" y="990"/>
                      <a:pt x="3461" y="0"/>
                    </a:cubicBezTo>
                    <a:close/>
                  </a:path>
                </a:pathLst>
              </a:custGeom>
              <a:solidFill>
                <a:srgbClr val="FF6E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7288200" y="3047400"/>
                <a:ext cx="356400" cy="100440"/>
              </a:xfrm>
              <a:custGeom>
                <a:rect b="b" l="l" r="r" t="t"/>
                <a:pathLst>
                  <a:path extrusionOk="0" h="4039" w="14270">
                    <a:moveTo>
                      <a:pt x="157" y="1"/>
                    </a:moveTo>
                    <a:cubicBezTo>
                      <a:pt x="74" y="1"/>
                      <a:pt x="1" y="113"/>
                      <a:pt x="81" y="175"/>
                    </a:cubicBezTo>
                    <a:cubicBezTo>
                      <a:pt x="989" y="879"/>
                      <a:pt x="2123" y="1214"/>
                      <a:pt x="3264" y="1214"/>
                    </a:cubicBezTo>
                    <a:cubicBezTo>
                      <a:pt x="4267" y="1214"/>
                      <a:pt x="5276" y="955"/>
                      <a:pt x="6141" y="459"/>
                    </a:cubicBezTo>
                    <a:lnTo>
                      <a:pt x="6141" y="459"/>
                    </a:lnTo>
                    <a:cubicBezTo>
                      <a:pt x="6662" y="1996"/>
                      <a:pt x="7766" y="3236"/>
                      <a:pt x="9351" y="3760"/>
                    </a:cubicBezTo>
                    <a:cubicBezTo>
                      <a:pt x="9872" y="3933"/>
                      <a:pt x="10507" y="4038"/>
                      <a:pt x="11152" y="4038"/>
                    </a:cubicBezTo>
                    <a:cubicBezTo>
                      <a:pt x="12349" y="4038"/>
                      <a:pt x="13582" y="3676"/>
                      <a:pt x="14194" y="2718"/>
                    </a:cubicBezTo>
                    <a:cubicBezTo>
                      <a:pt x="14270" y="2603"/>
                      <a:pt x="14165" y="2482"/>
                      <a:pt x="14051" y="2482"/>
                    </a:cubicBezTo>
                    <a:cubicBezTo>
                      <a:pt x="14026" y="2482"/>
                      <a:pt x="14001" y="2488"/>
                      <a:pt x="13977" y="2501"/>
                    </a:cubicBezTo>
                    <a:cubicBezTo>
                      <a:pt x="13225" y="2892"/>
                      <a:pt x="12596" y="3280"/>
                      <a:pt x="11728" y="3367"/>
                    </a:cubicBezTo>
                    <a:cubicBezTo>
                      <a:pt x="11556" y="3383"/>
                      <a:pt x="11384" y="3391"/>
                      <a:pt x="11213" y="3391"/>
                    </a:cubicBezTo>
                    <a:cubicBezTo>
                      <a:pt x="10642" y="3391"/>
                      <a:pt x="10077" y="3302"/>
                      <a:pt x="9521" y="3144"/>
                    </a:cubicBezTo>
                    <a:cubicBezTo>
                      <a:pt x="8111" y="2741"/>
                      <a:pt x="6845" y="1588"/>
                      <a:pt x="6395" y="168"/>
                    </a:cubicBezTo>
                    <a:cubicBezTo>
                      <a:pt x="6373" y="98"/>
                      <a:pt x="6303" y="46"/>
                      <a:pt x="6231" y="46"/>
                    </a:cubicBezTo>
                    <a:cubicBezTo>
                      <a:pt x="6204" y="46"/>
                      <a:pt x="6177" y="53"/>
                      <a:pt x="6152" y="69"/>
                    </a:cubicBezTo>
                    <a:cubicBezTo>
                      <a:pt x="5264" y="643"/>
                      <a:pt x="4283" y="912"/>
                      <a:pt x="3299" y="912"/>
                    </a:cubicBezTo>
                    <a:cubicBezTo>
                      <a:pt x="2235" y="912"/>
                      <a:pt x="1166" y="598"/>
                      <a:pt x="205" y="14"/>
                    </a:cubicBezTo>
                    <a:cubicBezTo>
                      <a:pt x="189" y="5"/>
                      <a:pt x="173" y="1"/>
                      <a:pt x="157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50400" lIns="91425" spcFirstLastPara="1" rIns="91425" wrap="square" tIns="50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3" name="Google Shape;213;p20"/>
              <p:cNvSpPr/>
              <p:nvPr/>
            </p:nvSpPr>
            <p:spPr>
              <a:xfrm>
                <a:off x="7380720" y="2926440"/>
                <a:ext cx="182160" cy="120960"/>
              </a:xfrm>
              <a:custGeom>
                <a:rect b="b" l="l" r="r" t="t"/>
                <a:pathLst>
                  <a:path extrusionOk="0" h="4849" w="7304">
                    <a:moveTo>
                      <a:pt x="1736" y="1"/>
                    </a:moveTo>
                    <a:cubicBezTo>
                      <a:pt x="1218" y="1"/>
                      <a:pt x="705" y="106"/>
                      <a:pt x="416" y="513"/>
                    </a:cubicBezTo>
                    <a:cubicBezTo>
                      <a:pt x="245" y="753"/>
                      <a:pt x="194" y="1052"/>
                      <a:pt x="149" y="1344"/>
                    </a:cubicBezTo>
                    <a:cubicBezTo>
                      <a:pt x="60" y="1940"/>
                      <a:pt x="1" y="2569"/>
                      <a:pt x="231" y="3125"/>
                    </a:cubicBezTo>
                    <a:cubicBezTo>
                      <a:pt x="448" y="3647"/>
                      <a:pt x="903" y="4040"/>
                      <a:pt x="1406" y="4298"/>
                    </a:cubicBezTo>
                    <a:cubicBezTo>
                      <a:pt x="2107" y="4654"/>
                      <a:pt x="2801" y="4848"/>
                      <a:pt x="3517" y="4848"/>
                    </a:cubicBezTo>
                    <a:cubicBezTo>
                      <a:pt x="3940" y="4848"/>
                      <a:pt x="4372" y="4780"/>
                      <a:pt x="4817" y="4637"/>
                    </a:cubicBezTo>
                    <a:cubicBezTo>
                      <a:pt x="5448" y="4431"/>
                      <a:pt x="6061" y="4132"/>
                      <a:pt x="6529" y="3664"/>
                    </a:cubicBezTo>
                    <a:cubicBezTo>
                      <a:pt x="6997" y="3194"/>
                      <a:pt x="7303" y="2536"/>
                      <a:pt x="7244" y="1878"/>
                    </a:cubicBezTo>
                    <a:cubicBezTo>
                      <a:pt x="7229" y="1740"/>
                      <a:pt x="7199" y="1599"/>
                      <a:pt x="7123" y="1485"/>
                    </a:cubicBezTo>
                    <a:cubicBezTo>
                      <a:pt x="7039" y="1364"/>
                      <a:pt x="6907" y="1285"/>
                      <a:pt x="6779" y="1213"/>
                    </a:cubicBezTo>
                    <a:cubicBezTo>
                      <a:pt x="5411" y="451"/>
                      <a:pt x="3823" y="189"/>
                      <a:pt x="2264" y="30"/>
                    </a:cubicBezTo>
                    <a:cubicBezTo>
                      <a:pt x="2093" y="13"/>
                      <a:pt x="1914" y="1"/>
                      <a:pt x="1736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60475" lIns="91425" spcFirstLastPara="1" rIns="91425" wrap="square" tIns="60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>
                <a:off x="7427160" y="3056040"/>
                <a:ext cx="15480" cy="181440"/>
              </a:xfrm>
              <a:custGeom>
                <a:rect b="b" l="l" r="r" t="t"/>
                <a:pathLst>
                  <a:path extrusionOk="0" h="7269" w="631">
                    <a:moveTo>
                      <a:pt x="515" y="1"/>
                    </a:moveTo>
                    <a:cubicBezTo>
                      <a:pt x="453" y="1"/>
                      <a:pt x="386" y="43"/>
                      <a:pt x="374" y="121"/>
                    </a:cubicBezTo>
                    <a:cubicBezTo>
                      <a:pt x="216" y="1319"/>
                      <a:pt x="142" y="2521"/>
                      <a:pt x="92" y="3726"/>
                    </a:cubicBezTo>
                    <a:cubicBezTo>
                      <a:pt x="45" y="4893"/>
                      <a:pt x="1" y="6061"/>
                      <a:pt x="199" y="7216"/>
                    </a:cubicBezTo>
                    <a:cubicBezTo>
                      <a:pt x="205" y="7251"/>
                      <a:pt x="238" y="7268"/>
                      <a:pt x="270" y="7268"/>
                    </a:cubicBezTo>
                    <a:cubicBezTo>
                      <a:pt x="303" y="7268"/>
                      <a:pt x="335" y="7251"/>
                      <a:pt x="340" y="7216"/>
                    </a:cubicBezTo>
                    <a:cubicBezTo>
                      <a:pt x="515" y="6058"/>
                      <a:pt x="493" y="4891"/>
                      <a:pt x="520" y="3726"/>
                    </a:cubicBezTo>
                    <a:cubicBezTo>
                      <a:pt x="548" y="2523"/>
                      <a:pt x="607" y="1323"/>
                      <a:pt x="629" y="121"/>
                    </a:cubicBezTo>
                    <a:cubicBezTo>
                      <a:pt x="630" y="39"/>
                      <a:pt x="575" y="1"/>
                      <a:pt x="515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90700" lIns="91425" spcFirstLastPara="1" rIns="91425" wrap="square" tIns="90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7211880" y="4665240"/>
                <a:ext cx="58680" cy="60840"/>
              </a:xfrm>
              <a:custGeom>
                <a:rect b="b" l="l" r="r" t="t"/>
                <a:pathLst>
                  <a:path extrusionOk="0" h="2453" w="2364">
                    <a:moveTo>
                      <a:pt x="2126" y="1"/>
                    </a:moveTo>
                    <a:cubicBezTo>
                      <a:pt x="2119" y="1"/>
                      <a:pt x="2112" y="1"/>
                      <a:pt x="2105" y="2"/>
                    </a:cubicBezTo>
                    <a:cubicBezTo>
                      <a:pt x="1588" y="76"/>
                      <a:pt x="1126" y="438"/>
                      <a:pt x="787" y="821"/>
                    </a:cubicBezTo>
                    <a:cubicBezTo>
                      <a:pt x="438" y="1222"/>
                      <a:pt x="183" y="1694"/>
                      <a:pt x="40" y="2206"/>
                    </a:cubicBezTo>
                    <a:cubicBezTo>
                      <a:pt x="0" y="2341"/>
                      <a:pt x="130" y="2453"/>
                      <a:pt x="247" y="2453"/>
                    </a:cubicBezTo>
                    <a:cubicBezTo>
                      <a:pt x="307" y="2453"/>
                      <a:pt x="363" y="2424"/>
                      <a:pt x="393" y="2355"/>
                    </a:cubicBezTo>
                    <a:cubicBezTo>
                      <a:pt x="579" y="1919"/>
                      <a:pt x="844" y="1524"/>
                      <a:pt x="1170" y="1182"/>
                    </a:cubicBezTo>
                    <a:cubicBezTo>
                      <a:pt x="1499" y="831"/>
                      <a:pt x="1893" y="566"/>
                      <a:pt x="2249" y="247"/>
                    </a:cubicBezTo>
                    <a:cubicBezTo>
                      <a:pt x="2364" y="144"/>
                      <a:pt x="2250" y="1"/>
                      <a:pt x="2126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30600" lIns="91425" spcFirstLastPara="1" rIns="91425" wrap="square" tIns="30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6" name="Google Shape;216;p20"/>
              <p:cNvSpPr/>
              <p:nvPr/>
            </p:nvSpPr>
            <p:spPr>
              <a:xfrm>
                <a:off x="7232760" y="4690440"/>
                <a:ext cx="57240" cy="52920"/>
              </a:xfrm>
              <a:custGeom>
                <a:rect b="b" l="l" r="r" t="t"/>
                <a:pathLst>
                  <a:path extrusionOk="0" h="2125" w="2301">
                    <a:moveTo>
                      <a:pt x="2124" y="0"/>
                    </a:moveTo>
                    <a:cubicBezTo>
                      <a:pt x="2110" y="0"/>
                      <a:pt x="2095" y="2"/>
                      <a:pt x="2080" y="7"/>
                    </a:cubicBezTo>
                    <a:cubicBezTo>
                      <a:pt x="1639" y="141"/>
                      <a:pt x="1263" y="442"/>
                      <a:pt x="932" y="757"/>
                    </a:cubicBezTo>
                    <a:cubicBezTo>
                      <a:pt x="603" y="1071"/>
                      <a:pt x="328" y="1444"/>
                      <a:pt x="86" y="1828"/>
                    </a:cubicBezTo>
                    <a:cubicBezTo>
                      <a:pt x="1" y="1963"/>
                      <a:pt x="136" y="2125"/>
                      <a:pt x="267" y="2125"/>
                    </a:cubicBezTo>
                    <a:cubicBezTo>
                      <a:pt x="312" y="2125"/>
                      <a:pt x="355" y="2106"/>
                      <a:pt x="390" y="2063"/>
                    </a:cubicBezTo>
                    <a:cubicBezTo>
                      <a:pt x="660" y="1724"/>
                      <a:pt x="967" y="1422"/>
                      <a:pt x="1281" y="1125"/>
                    </a:cubicBezTo>
                    <a:cubicBezTo>
                      <a:pt x="1592" y="826"/>
                      <a:pt x="1936" y="569"/>
                      <a:pt x="2218" y="247"/>
                    </a:cubicBezTo>
                    <a:cubicBezTo>
                      <a:pt x="2300" y="156"/>
                      <a:pt x="2241" y="0"/>
                      <a:pt x="2124" y="0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26625" lIns="91425" spcFirstLastPara="1" rIns="91425" wrap="square" tIns="26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>
                <a:off x="7970040" y="4698720"/>
                <a:ext cx="38880" cy="58680"/>
              </a:xfrm>
              <a:custGeom>
                <a:rect b="b" l="l" r="r" t="t"/>
                <a:pathLst>
                  <a:path extrusionOk="0" h="2356" w="1571">
                    <a:moveTo>
                      <a:pt x="298" y="1"/>
                    </a:moveTo>
                    <a:cubicBezTo>
                      <a:pt x="154" y="1"/>
                      <a:pt x="1" y="175"/>
                      <a:pt x="101" y="322"/>
                    </a:cubicBezTo>
                    <a:cubicBezTo>
                      <a:pt x="316" y="633"/>
                      <a:pt x="509" y="960"/>
                      <a:pt x="682" y="1299"/>
                    </a:cubicBezTo>
                    <a:cubicBezTo>
                      <a:pt x="769" y="1467"/>
                      <a:pt x="851" y="1640"/>
                      <a:pt x="925" y="1813"/>
                    </a:cubicBezTo>
                    <a:cubicBezTo>
                      <a:pt x="1004" y="1994"/>
                      <a:pt x="1093" y="2162"/>
                      <a:pt x="1234" y="2301"/>
                    </a:cubicBezTo>
                    <a:cubicBezTo>
                      <a:pt x="1272" y="2339"/>
                      <a:pt x="1318" y="2355"/>
                      <a:pt x="1363" y="2355"/>
                    </a:cubicBezTo>
                    <a:cubicBezTo>
                      <a:pt x="1459" y="2355"/>
                      <a:pt x="1552" y="2279"/>
                      <a:pt x="1556" y="2170"/>
                    </a:cubicBezTo>
                    <a:cubicBezTo>
                      <a:pt x="1570" y="1764"/>
                      <a:pt x="1308" y="1383"/>
                      <a:pt x="1110" y="1049"/>
                    </a:cubicBezTo>
                    <a:cubicBezTo>
                      <a:pt x="905" y="708"/>
                      <a:pt x="677" y="379"/>
                      <a:pt x="430" y="67"/>
                    </a:cubicBezTo>
                    <a:cubicBezTo>
                      <a:pt x="393" y="20"/>
                      <a:pt x="346" y="1"/>
                      <a:pt x="298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29500" lIns="91425" spcFirstLastPara="1" rIns="91425" wrap="square" tIns="29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8002080" y="4682880"/>
                <a:ext cx="43920" cy="65520"/>
              </a:xfrm>
              <a:custGeom>
                <a:rect b="b" l="l" r="r" t="t"/>
                <a:pathLst>
                  <a:path extrusionOk="0" h="2629" w="1773">
                    <a:moveTo>
                      <a:pt x="334" y="1"/>
                    </a:moveTo>
                    <a:cubicBezTo>
                      <a:pt x="255" y="1"/>
                      <a:pt x="176" y="30"/>
                      <a:pt x="121" y="86"/>
                    </a:cubicBezTo>
                    <a:cubicBezTo>
                      <a:pt x="0" y="205"/>
                      <a:pt x="20" y="378"/>
                      <a:pt x="121" y="499"/>
                    </a:cubicBezTo>
                    <a:cubicBezTo>
                      <a:pt x="371" y="801"/>
                      <a:pt x="591" y="1125"/>
                      <a:pt x="777" y="1466"/>
                    </a:cubicBezTo>
                    <a:cubicBezTo>
                      <a:pt x="967" y="1818"/>
                      <a:pt x="1131" y="2186"/>
                      <a:pt x="1343" y="2525"/>
                    </a:cubicBezTo>
                    <a:cubicBezTo>
                      <a:pt x="1387" y="2595"/>
                      <a:pt x="1466" y="2629"/>
                      <a:pt x="1543" y="2629"/>
                    </a:cubicBezTo>
                    <a:cubicBezTo>
                      <a:pt x="1659" y="2629"/>
                      <a:pt x="1772" y="2553"/>
                      <a:pt x="1759" y="2414"/>
                    </a:cubicBezTo>
                    <a:cubicBezTo>
                      <a:pt x="1719" y="1959"/>
                      <a:pt x="1546" y="1543"/>
                      <a:pt x="1316" y="1152"/>
                    </a:cubicBezTo>
                    <a:cubicBezTo>
                      <a:pt x="1091" y="771"/>
                      <a:pt x="831" y="415"/>
                      <a:pt x="537" y="86"/>
                    </a:cubicBezTo>
                    <a:cubicBezTo>
                      <a:pt x="485" y="28"/>
                      <a:pt x="410" y="1"/>
                      <a:pt x="334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32750" lIns="91425" spcFirstLastPara="1" rIns="91425" wrap="square" tIns="32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7071480" y="4591440"/>
                <a:ext cx="72720" cy="68040"/>
              </a:xfrm>
              <a:custGeom>
                <a:rect b="b" l="l" r="r" t="t"/>
                <a:pathLst>
                  <a:path extrusionOk="0" h="2737" w="2921">
                    <a:moveTo>
                      <a:pt x="2776" y="1"/>
                    </a:moveTo>
                    <a:cubicBezTo>
                      <a:pt x="2769" y="1"/>
                      <a:pt x="2762" y="1"/>
                      <a:pt x="2755" y="3"/>
                    </a:cubicBezTo>
                    <a:cubicBezTo>
                      <a:pt x="1541" y="278"/>
                      <a:pt x="628" y="1336"/>
                      <a:pt x="86" y="2410"/>
                    </a:cubicBezTo>
                    <a:cubicBezTo>
                      <a:pt x="1" y="2581"/>
                      <a:pt x="145" y="2736"/>
                      <a:pt x="290" y="2736"/>
                    </a:cubicBezTo>
                    <a:cubicBezTo>
                      <a:pt x="354" y="2736"/>
                      <a:pt x="419" y="2705"/>
                      <a:pt x="462" y="2630"/>
                    </a:cubicBezTo>
                    <a:lnTo>
                      <a:pt x="460" y="2630"/>
                    </a:lnTo>
                    <a:cubicBezTo>
                      <a:pt x="752" y="2126"/>
                      <a:pt x="1118" y="1685"/>
                      <a:pt x="1536" y="1282"/>
                    </a:cubicBezTo>
                    <a:cubicBezTo>
                      <a:pt x="1946" y="881"/>
                      <a:pt x="2409" y="530"/>
                      <a:pt x="2849" y="164"/>
                    </a:cubicBezTo>
                    <a:cubicBezTo>
                      <a:pt x="2920" y="102"/>
                      <a:pt x="2854" y="1"/>
                      <a:pt x="2776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34200" lIns="91425" spcFirstLastPara="1" rIns="91425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0" name="Google Shape;220;p20"/>
              <p:cNvSpPr/>
              <p:nvPr/>
            </p:nvSpPr>
            <p:spPr>
              <a:xfrm>
                <a:off x="7097040" y="4635000"/>
                <a:ext cx="46080" cy="48600"/>
              </a:xfrm>
              <a:custGeom>
                <a:rect b="b" l="l" r="r" t="t"/>
                <a:pathLst>
                  <a:path extrusionOk="0" h="1961" w="1855">
                    <a:moveTo>
                      <a:pt x="1714" y="0"/>
                    </a:moveTo>
                    <a:cubicBezTo>
                      <a:pt x="1702" y="0"/>
                      <a:pt x="1690" y="3"/>
                      <a:pt x="1677" y="8"/>
                    </a:cubicBezTo>
                    <a:cubicBezTo>
                      <a:pt x="1586" y="42"/>
                      <a:pt x="1499" y="87"/>
                      <a:pt x="1420" y="141"/>
                    </a:cubicBezTo>
                    <a:cubicBezTo>
                      <a:pt x="1334" y="203"/>
                      <a:pt x="1244" y="252"/>
                      <a:pt x="1163" y="319"/>
                    </a:cubicBezTo>
                    <a:cubicBezTo>
                      <a:pt x="1014" y="440"/>
                      <a:pt x="876" y="572"/>
                      <a:pt x="750" y="715"/>
                    </a:cubicBezTo>
                    <a:cubicBezTo>
                      <a:pt x="488" y="1009"/>
                      <a:pt x="252" y="1329"/>
                      <a:pt x="50" y="1665"/>
                    </a:cubicBezTo>
                    <a:cubicBezTo>
                      <a:pt x="0" y="1752"/>
                      <a:pt x="22" y="1860"/>
                      <a:pt x="99" y="1920"/>
                    </a:cubicBezTo>
                    <a:cubicBezTo>
                      <a:pt x="134" y="1945"/>
                      <a:pt x="182" y="1961"/>
                      <a:pt x="229" y="1961"/>
                    </a:cubicBezTo>
                    <a:cubicBezTo>
                      <a:pt x="278" y="1961"/>
                      <a:pt x="326" y="1944"/>
                      <a:pt x="359" y="1905"/>
                    </a:cubicBezTo>
                    <a:cubicBezTo>
                      <a:pt x="591" y="1611"/>
                      <a:pt x="841" y="1334"/>
                      <a:pt x="1094" y="1059"/>
                    </a:cubicBezTo>
                    <a:cubicBezTo>
                      <a:pt x="1217" y="920"/>
                      <a:pt x="1346" y="787"/>
                      <a:pt x="1467" y="646"/>
                    </a:cubicBezTo>
                    <a:cubicBezTo>
                      <a:pt x="1529" y="574"/>
                      <a:pt x="1578" y="495"/>
                      <a:pt x="1640" y="426"/>
                    </a:cubicBezTo>
                    <a:cubicBezTo>
                      <a:pt x="1705" y="351"/>
                      <a:pt x="1764" y="270"/>
                      <a:pt x="1813" y="183"/>
                    </a:cubicBezTo>
                    <a:cubicBezTo>
                      <a:pt x="1855" y="112"/>
                      <a:pt x="1797" y="0"/>
                      <a:pt x="1714" y="0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24475" lIns="91425" spcFirstLastPara="1" rIns="91425" wrap="square" tIns="24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1" name="Google Shape;221;p20"/>
              <p:cNvSpPr/>
              <p:nvPr/>
            </p:nvSpPr>
            <p:spPr>
              <a:xfrm>
                <a:off x="8161920" y="4579560"/>
                <a:ext cx="73440" cy="51840"/>
              </a:xfrm>
              <a:custGeom>
                <a:rect b="b" l="l" r="r" t="t"/>
                <a:pathLst>
                  <a:path extrusionOk="0" h="2083" w="2948">
                    <a:moveTo>
                      <a:pt x="291" y="0"/>
                    </a:moveTo>
                    <a:cubicBezTo>
                      <a:pt x="204" y="0"/>
                      <a:pt x="119" y="41"/>
                      <a:pt x="70" y="125"/>
                    </a:cubicBezTo>
                    <a:cubicBezTo>
                      <a:pt x="1" y="246"/>
                      <a:pt x="43" y="402"/>
                      <a:pt x="164" y="477"/>
                    </a:cubicBezTo>
                    <a:lnTo>
                      <a:pt x="162" y="474"/>
                    </a:lnTo>
                    <a:lnTo>
                      <a:pt x="162" y="474"/>
                    </a:lnTo>
                    <a:cubicBezTo>
                      <a:pt x="582" y="707"/>
                      <a:pt x="988" y="961"/>
                      <a:pt x="1379" y="1238"/>
                    </a:cubicBezTo>
                    <a:cubicBezTo>
                      <a:pt x="1767" y="1518"/>
                      <a:pt x="2143" y="1803"/>
                      <a:pt x="2554" y="2047"/>
                    </a:cubicBezTo>
                    <a:cubicBezTo>
                      <a:pt x="2594" y="2071"/>
                      <a:pt x="2633" y="2082"/>
                      <a:pt x="2670" y="2082"/>
                    </a:cubicBezTo>
                    <a:cubicBezTo>
                      <a:pt x="2839" y="2082"/>
                      <a:pt x="2947" y="1854"/>
                      <a:pt x="2821" y="1704"/>
                    </a:cubicBezTo>
                    <a:cubicBezTo>
                      <a:pt x="2499" y="1318"/>
                      <a:pt x="2111" y="1018"/>
                      <a:pt x="1690" y="749"/>
                    </a:cubicBezTo>
                    <a:cubicBezTo>
                      <a:pt x="1280" y="486"/>
                      <a:pt x="857" y="246"/>
                      <a:pt x="421" y="31"/>
                    </a:cubicBezTo>
                    <a:cubicBezTo>
                      <a:pt x="380" y="11"/>
                      <a:pt x="335" y="0"/>
                      <a:pt x="291" y="0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25900" lIns="91425" spcFirstLastPara="1" rIns="91425" wrap="square" tIns="25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2" name="Google Shape;222;p20"/>
              <p:cNvSpPr/>
              <p:nvPr/>
            </p:nvSpPr>
            <p:spPr>
              <a:xfrm>
                <a:off x="8208000" y="4567680"/>
                <a:ext cx="66240" cy="68760"/>
              </a:xfrm>
              <a:custGeom>
                <a:rect b="b" l="l" r="r" t="t"/>
                <a:pathLst>
                  <a:path extrusionOk="0" h="2759" w="2659">
                    <a:moveTo>
                      <a:pt x="281" y="1"/>
                    </a:moveTo>
                    <a:cubicBezTo>
                      <a:pt x="219" y="1"/>
                      <a:pt x="158" y="23"/>
                      <a:pt x="107" y="74"/>
                    </a:cubicBezTo>
                    <a:cubicBezTo>
                      <a:pt x="11" y="168"/>
                      <a:pt x="1" y="346"/>
                      <a:pt x="107" y="440"/>
                    </a:cubicBezTo>
                    <a:cubicBezTo>
                      <a:pt x="488" y="787"/>
                      <a:pt x="849" y="1155"/>
                      <a:pt x="1188" y="1544"/>
                    </a:cubicBezTo>
                    <a:cubicBezTo>
                      <a:pt x="1525" y="1930"/>
                      <a:pt x="1849" y="2333"/>
                      <a:pt x="2217" y="2689"/>
                    </a:cubicBezTo>
                    <a:cubicBezTo>
                      <a:pt x="2267" y="2738"/>
                      <a:pt x="2322" y="2759"/>
                      <a:pt x="2374" y="2759"/>
                    </a:cubicBezTo>
                    <a:cubicBezTo>
                      <a:pt x="2527" y="2759"/>
                      <a:pt x="2659" y="2583"/>
                      <a:pt x="2576" y="2412"/>
                    </a:cubicBezTo>
                    <a:cubicBezTo>
                      <a:pt x="2348" y="1932"/>
                      <a:pt x="2002" y="1509"/>
                      <a:pt x="1633" y="1128"/>
                    </a:cubicBezTo>
                    <a:cubicBezTo>
                      <a:pt x="1270" y="752"/>
                      <a:pt x="881" y="401"/>
                      <a:pt x="473" y="74"/>
                    </a:cubicBezTo>
                    <a:cubicBezTo>
                      <a:pt x="416" y="28"/>
                      <a:pt x="348" y="1"/>
                      <a:pt x="281" y="1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34550" lIns="91425" spcFirstLastPara="1" rIns="91425" wrap="square" tIns="34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8172720" y="4367520"/>
                <a:ext cx="21960" cy="70920"/>
              </a:xfrm>
              <a:custGeom>
                <a:rect b="b" l="l" r="r" t="t"/>
                <a:pathLst>
                  <a:path extrusionOk="0" h="2852" w="897">
                    <a:moveTo>
                      <a:pt x="198" y="0"/>
                    </a:moveTo>
                    <a:cubicBezTo>
                      <a:pt x="103" y="0"/>
                      <a:pt x="1" y="86"/>
                      <a:pt x="38" y="194"/>
                    </a:cubicBezTo>
                    <a:cubicBezTo>
                      <a:pt x="182" y="602"/>
                      <a:pt x="283" y="1025"/>
                      <a:pt x="340" y="1455"/>
                    </a:cubicBezTo>
                    <a:cubicBezTo>
                      <a:pt x="367" y="1666"/>
                      <a:pt x="397" y="1878"/>
                      <a:pt x="412" y="2091"/>
                    </a:cubicBezTo>
                    <a:cubicBezTo>
                      <a:pt x="429" y="2314"/>
                      <a:pt x="447" y="2539"/>
                      <a:pt x="528" y="2747"/>
                    </a:cubicBezTo>
                    <a:cubicBezTo>
                      <a:pt x="550" y="2806"/>
                      <a:pt x="619" y="2851"/>
                      <a:pt x="681" y="2851"/>
                    </a:cubicBezTo>
                    <a:cubicBezTo>
                      <a:pt x="723" y="2851"/>
                      <a:pt x="762" y="2831"/>
                      <a:pt x="783" y="2781"/>
                    </a:cubicBezTo>
                    <a:cubicBezTo>
                      <a:pt x="879" y="2559"/>
                      <a:pt x="897" y="2331"/>
                      <a:pt x="877" y="2091"/>
                    </a:cubicBezTo>
                    <a:cubicBezTo>
                      <a:pt x="860" y="1859"/>
                      <a:pt x="827" y="1624"/>
                      <a:pt x="778" y="1396"/>
                    </a:cubicBezTo>
                    <a:cubicBezTo>
                      <a:pt x="672" y="941"/>
                      <a:pt x="516" y="498"/>
                      <a:pt x="318" y="75"/>
                    </a:cubicBezTo>
                    <a:cubicBezTo>
                      <a:pt x="293" y="22"/>
                      <a:pt x="246" y="0"/>
                      <a:pt x="198" y="0"/>
                    </a:cubicBezTo>
                    <a:close/>
                  </a:path>
                </a:pathLst>
              </a:custGeom>
              <a:solidFill>
                <a:srgbClr val="443126"/>
              </a:solidFill>
              <a:ln>
                <a:noFill/>
              </a:ln>
            </p:spPr>
            <p:txBody>
              <a:bodyPr anchorCtr="0" anchor="ctr" bIns="35625" lIns="91425" spcFirstLastPara="1" rIns="91425" wrap="square" tIns="35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24" name="Google Shape;224;p20"/>
            <p:cNvGrpSpPr/>
            <p:nvPr/>
          </p:nvGrpSpPr>
          <p:grpSpPr>
            <a:xfrm>
              <a:off x="7237440" y="2183400"/>
              <a:ext cx="819360" cy="585000"/>
              <a:chOff x="7237440" y="2183400"/>
              <a:chExt cx="819360" cy="585000"/>
            </a:xfrm>
          </p:grpSpPr>
          <p:sp>
            <p:nvSpPr>
              <p:cNvPr id="225" name="Google Shape;225;p20"/>
              <p:cNvSpPr/>
              <p:nvPr/>
            </p:nvSpPr>
            <p:spPr>
              <a:xfrm>
                <a:off x="7237440" y="2183400"/>
                <a:ext cx="185400" cy="369720"/>
              </a:xfrm>
              <a:custGeom>
                <a:rect b="b" l="l" r="r" t="t"/>
                <a:pathLst>
                  <a:path extrusionOk="0" h="14802" w="7430">
                    <a:moveTo>
                      <a:pt x="7429" y="11479"/>
                    </a:moveTo>
                    <a:cubicBezTo>
                      <a:pt x="6967" y="8411"/>
                      <a:pt x="6234" y="5388"/>
                      <a:pt x="5242" y="2449"/>
                    </a:cubicBezTo>
                    <a:cubicBezTo>
                      <a:pt x="4945" y="1574"/>
                      <a:pt x="4611" y="681"/>
                      <a:pt x="3986" y="0"/>
                    </a:cubicBezTo>
                    <a:cubicBezTo>
                      <a:pt x="3622" y="154"/>
                      <a:pt x="3483" y="587"/>
                      <a:pt x="3399" y="972"/>
                    </a:cubicBezTo>
                    <a:cubicBezTo>
                      <a:pt x="2645" y="4409"/>
                      <a:pt x="2947" y="7976"/>
                      <a:pt x="3253" y="11479"/>
                    </a:cubicBezTo>
                    <a:cubicBezTo>
                      <a:pt x="2177" y="10816"/>
                      <a:pt x="1091" y="10168"/>
                      <a:pt x="0" y="9532"/>
                    </a:cubicBezTo>
                    <a:cubicBezTo>
                      <a:pt x="13" y="10230"/>
                      <a:pt x="337" y="10900"/>
                      <a:pt x="807" y="11419"/>
                    </a:cubicBezTo>
                    <a:cubicBezTo>
                      <a:pt x="1277" y="11936"/>
                      <a:pt x="1880" y="12312"/>
                      <a:pt x="2516" y="12607"/>
                    </a:cubicBezTo>
                    <a:cubicBezTo>
                      <a:pt x="1564" y="12901"/>
                      <a:pt x="834" y="13809"/>
                      <a:pt x="750" y="14801"/>
                    </a:cubicBezTo>
                    <a:cubicBezTo>
                      <a:pt x="1710" y="14727"/>
                      <a:pt x="2575" y="14442"/>
                      <a:pt x="3476" y="14146"/>
                    </a:cubicBezTo>
                    <a:cubicBezTo>
                      <a:pt x="3036" y="14690"/>
                      <a:pt x="3627" y="14507"/>
                      <a:pt x="3877" y="14314"/>
                    </a:cubicBezTo>
                    <a:cubicBezTo>
                      <a:pt x="4263" y="14019"/>
                      <a:pt x="4592" y="13621"/>
                      <a:pt x="4960" y="13302"/>
                    </a:cubicBezTo>
                    <a:cubicBezTo>
                      <a:pt x="5735" y="12629"/>
                      <a:pt x="6558" y="12021"/>
                      <a:pt x="7429" y="11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1745"/>
                  </a:gs>
                  <a:gs pos="21000">
                    <a:srgbClr val="DA1745"/>
                  </a:gs>
                  <a:gs pos="76000">
                    <a:srgbClr val="FFE8ED"/>
                  </a:gs>
                  <a:gs pos="100000">
                    <a:srgbClr val="FFE8ED"/>
                  </a:gs>
                </a:gsLst>
                <a:path path="circle">
                  <a:fillToRect b="0%" l="0%" r="100%" t="100%"/>
                </a:path>
                <a:tileRect b="-100%" l="-100%" r="0%" t="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7774200" y="2392560"/>
                <a:ext cx="282600" cy="375840"/>
              </a:xfrm>
              <a:custGeom>
                <a:rect b="b" l="l" r="r" t="t"/>
                <a:pathLst>
                  <a:path extrusionOk="0" h="15054" w="11324">
                    <a:moveTo>
                      <a:pt x="4107" y="3164"/>
                    </a:moveTo>
                    <a:cubicBezTo>
                      <a:pt x="6306" y="1447"/>
                      <a:pt x="8552" y="332"/>
                      <a:pt x="11323" y="0"/>
                    </a:cubicBezTo>
                    <a:cubicBezTo>
                      <a:pt x="11251" y="1814"/>
                      <a:pt x="7751" y="8980"/>
                      <a:pt x="5094" y="11278"/>
                    </a:cubicBezTo>
                    <a:cubicBezTo>
                      <a:pt x="5628" y="11194"/>
                      <a:pt x="6168" y="11145"/>
                      <a:pt x="6707" y="11130"/>
                    </a:cubicBezTo>
                    <a:cubicBezTo>
                      <a:pt x="7162" y="11115"/>
                      <a:pt x="7657" y="11142"/>
                      <a:pt x="8006" y="11437"/>
                    </a:cubicBezTo>
                    <a:cubicBezTo>
                      <a:pt x="8058" y="11481"/>
                      <a:pt x="8110" y="11538"/>
                      <a:pt x="8117" y="11605"/>
                    </a:cubicBezTo>
                    <a:cubicBezTo>
                      <a:pt x="8137" y="11761"/>
                      <a:pt x="7951" y="11850"/>
                      <a:pt x="7798" y="11887"/>
                    </a:cubicBezTo>
                    <a:cubicBezTo>
                      <a:pt x="7147" y="12048"/>
                      <a:pt x="6482" y="12149"/>
                      <a:pt x="5811" y="12191"/>
                    </a:cubicBezTo>
                    <a:cubicBezTo>
                      <a:pt x="6472" y="12231"/>
                      <a:pt x="7068" y="12778"/>
                      <a:pt x="7165" y="13431"/>
                    </a:cubicBezTo>
                    <a:cubicBezTo>
                      <a:pt x="7261" y="14086"/>
                      <a:pt x="6848" y="14781"/>
                      <a:pt x="6227" y="15009"/>
                    </a:cubicBezTo>
                    <a:cubicBezTo>
                      <a:pt x="6158" y="15034"/>
                      <a:pt x="6086" y="15053"/>
                      <a:pt x="6017" y="15034"/>
                    </a:cubicBezTo>
                    <a:cubicBezTo>
                      <a:pt x="5938" y="15009"/>
                      <a:pt x="5883" y="14940"/>
                      <a:pt x="5834" y="14873"/>
                    </a:cubicBezTo>
                    <a:cubicBezTo>
                      <a:pt x="5294" y="14123"/>
                      <a:pt x="4837" y="13319"/>
                      <a:pt x="4330" y="12547"/>
                    </a:cubicBezTo>
                    <a:cubicBezTo>
                      <a:pt x="3813" y="11758"/>
                      <a:pt x="3244" y="11004"/>
                      <a:pt x="2630" y="10286"/>
                    </a:cubicBezTo>
                    <a:cubicBezTo>
                      <a:pt x="2311" y="9915"/>
                      <a:pt x="1980" y="9554"/>
                      <a:pt x="1638" y="9205"/>
                    </a:cubicBezTo>
                    <a:cubicBezTo>
                      <a:pt x="1334" y="8896"/>
                      <a:pt x="817" y="8572"/>
                      <a:pt x="602" y="8203"/>
                    </a:cubicBezTo>
                    <a:cubicBezTo>
                      <a:pt x="0" y="7174"/>
                      <a:pt x="3353" y="3753"/>
                      <a:pt x="4107" y="316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1745"/>
                  </a:gs>
                  <a:gs pos="21000">
                    <a:srgbClr val="DA1745"/>
                  </a:gs>
                  <a:gs pos="76000">
                    <a:srgbClr val="FFE8ED"/>
                  </a:gs>
                  <a:gs pos="100000">
                    <a:srgbClr val="FFE8ED"/>
                  </a:gs>
                </a:gsLst>
                <a:path path="circle">
                  <a:fillToRect b="0%" l="0%" r="100%" t="100%"/>
                </a:path>
                <a:tileRect b="-100%" l="-100%" r="0%" t="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27" name="Google Shape;227;p20"/>
          <p:cNvGrpSpPr/>
          <p:nvPr/>
        </p:nvGrpSpPr>
        <p:grpSpPr>
          <a:xfrm>
            <a:off x="8140444" y="2286894"/>
            <a:ext cx="356621" cy="355215"/>
            <a:chOff x="8140444" y="2286894"/>
            <a:chExt cx="356621" cy="355215"/>
          </a:xfrm>
        </p:grpSpPr>
        <p:sp>
          <p:nvSpPr>
            <p:cNvPr id="228" name="Google Shape;228;p20"/>
            <p:cNvSpPr/>
            <p:nvPr/>
          </p:nvSpPr>
          <p:spPr>
            <a:xfrm rot="6745800">
              <a:off x="8273520" y="2401200"/>
              <a:ext cx="163440" cy="2394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 rot="4784400">
              <a:off x="8168040" y="2288160"/>
              <a:ext cx="163440" cy="1926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1363320" y="3623760"/>
            <a:ext cx="1259280" cy="1357200"/>
            <a:chOff x="1363320" y="3623760"/>
            <a:chExt cx="1259280" cy="1357200"/>
          </a:xfrm>
        </p:grpSpPr>
        <p:sp>
          <p:nvSpPr>
            <p:cNvPr id="231" name="Google Shape;231;p20"/>
            <p:cNvSpPr/>
            <p:nvPr/>
          </p:nvSpPr>
          <p:spPr>
            <a:xfrm>
              <a:off x="1654560" y="4401720"/>
              <a:ext cx="587520" cy="579240"/>
            </a:xfrm>
            <a:custGeom>
              <a:rect b="b" l="l" r="r" t="t"/>
              <a:pathLst>
                <a:path extrusionOk="0" h="11395" w="11560">
                  <a:moveTo>
                    <a:pt x="3285" y="0"/>
                  </a:moveTo>
                  <a:cubicBezTo>
                    <a:pt x="501" y="0"/>
                    <a:pt x="0" y="4563"/>
                    <a:pt x="278" y="7451"/>
                  </a:cubicBezTo>
                  <a:cubicBezTo>
                    <a:pt x="591" y="10699"/>
                    <a:pt x="3573" y="11395"/>
                    <a:pt x="6334" y="11395"/>
                  </a:cubicBezTo>
                  <a:cubicBezTo>
                    <a:pt x="7768" y="11395"/>
                    <a:pt x="9142" y="11207"/>
                    <a:pt x="10053" y="11091"/>
                  </a:cubicBezTo>
                  <a:cubicBezTo>
                    <a:pt x="10837" y="10992"/>
                    <a:pt x="11559" y="10797"/>
                    <a:pt x="11090" y="9982"/>
                  </a:cubicBezTo>
                  <a:cubicBezTo>
                    <a:pt x="10771" y="9430"/>
                    <a:pt x="6677" y="10118"/>
                    <a:pt x="7085" y="7627"/>
                  </a:cubicBezTo>
                  <a:cubicBezTo>
                    <a:pt x="7656" y="4153"/>
                    <a:pt x="6211" y="83"/>
                    <a:pt x="3360" y="2"/>
                  </a:cubicBezTo>
                  <a:cubicBezTo>
                    <a:pt x="3335" y="1"/>
                    <a:pt x="3310" y="0"/>
                    <a:pt x="3285" y="0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279880" y="3623760"/>
              <a:ext cx="213120" cy="486360"/>
            </a:xfrm>
            <a:custGeom>
              <a:rect b="b" l="l" r="r" t="t"/>
              <a:pathLst>
                <a:path extrusionOk="0" h="9570" w="4200">
                  <a:moveTo>
                    <a:pt x="1261" y="0"/>
                  </a:moveTo>
                  <a:cubicBezTo>
                    <a:pt x="1195" y="0"/>
                    <a:pt x="1129" y="12"/>
                    <a:pt x="1066" y="36"/>
                  </a:cubicBezTo>
                  <a:cubicBezTo>
                    <a:pt x="1" y="443"/>
                    <a:pt x="1096" y="2398"/>
                    <a:pt x="711" y="4130"/>
                  </a:cubicBezTo>
                  <a:cubicBezTo>
                    <a:pt x="325" y="5860"/>
                    <a:pt x="488" y="7700"/>
                    <a:pt x="2004" y="9570"/>
                  </a:cubicBezTo>
                  <a:lnTo>
                    <a:pt x="3302" y="9211"/>
                  </a:lnTo>
                  <a:cubicBezTo>
                    <a:pt x="3302" y="9211"/>
                    <a:pt x="4200" y="6668"/>
                    <a:pt x="3985" y="4735"/>
                  </a:cubicBezTo>
                  <a:cubicBezTo>
                    <a:pt x="3784" y="2918"/>
                    <a:pt x="2322" y="0"/>
                    <a:pt x="1261" y="0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2056680" y="3657960"/>
              <a:ext cx="271440" cy="469800"/>
            </a:xfrm>
            <a:custGeom>
              <a:rect b="b" l="l" r="r" t="t"/>
              <a:pathLst>
                <a:path extrusionOk="0" h="9249" w="5342">
                  <a:moveTo>
                    <a:pt x="1272" y="0"/>
                  </a:moveTo>
                  <a:cubicBezTo>
                    <a:pt x="1159" y="0"/>
                    <a:pt x="1056" y="27"/>
                    <a:pt x="964" y="86"/>
                  </a:cubicBezTo>
                  <a:cubicBezTo>
                    <a:pt x="0" y="695"/>
                    <a:pt x="1458" y="2396"/>
                    <a:pt x="1421" y="4170"/>
                  </a:cubicBezTo>
                  <a:cubicBezTo>
                    <a:pt x="1383" y="5942"/>
                    <a:pt x="1905" y="7714"/>
                    <a:pt x="3759" y="9248"/>
                  </a:cubicBezTo>
                  <a:lnTo>
                    <a:pt x="4960" y="8641"/>
                  </a:lnTo>
                  <a:cubicBezTo>
                    <a:pt x="4960" y="8641"/>
                    <a:pt x="5341" y="5972"/>
                    <a:pt x="4751" y="4119"/>
                  </a:cubicBezTo>
                  <a:cubicBezTo>
                    <a:pt x="4217" y="2443"/>
                    <a:pt x="2340" y="0"/>
                    <a:pt x="1272" y="0"/>
                  </a:cubicBezTo>
                  <a:close/>
                </a:path>
              </a:pathLst>
            </a:custGeom>
            <a:solidFill>
              <a:srgbClr val="D6CD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2143440" y="3717720"/>
              <a:ext cx="145080" cy="413280"/>
            </a:xfrm>
            <a:custGeom>
              <a:rect b="b" l="l" r="r" t="t"/>
              <a:pathLst>
                <a:path extrusionOk="0" h="8132" w="2861">
                  <a:moveTo>
                    <a:pt x="2861" y="8132"/>
                  </a:moveTo>
                  <a:cubicBezTo>
                    <a:pt x="2861" y="8132"/>
                    <a:pt x="2723" y="4250"/>
                    <a:pt x="2392" y="3136"/>
                  </a:cubicBezTo>
                  <a:cubicBezTo>
                    <a:pt x="2061" y="2023"/>
                    <a:pt x="329" y="1"/>
                    <a:pt x="165" y="109"/>
                  </a:cubicBezTo>
                  <a:cubicBezTo>
                    <a:pt x="0" y="216"/>
                    <a:pt x="873" y="2480"/>
                    <a:pt x="759" y="3053"/>
                  </a:cubicBezTo>
                  <a:cubicBezTo>
                    <a:pt x="647" y="3627"/>
                    <a:pt x="1280" y="7452"/>
                    <a:pt x="2861" y="8132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21000">
                  <a:srgbClr val="DA1745"/>
                </a:gs>
                <a:gs pos="76000">
                  <a:srgbClr val="FFE8ED"/>
                </a:gs>
                <a:gs pos="100000">
                  <a:srgbClr val="FFE8ED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2188800" y="4471560"/>
              <a:ext cx="321840" cy="506160"/>
            </a:xfrm>
            <a:custGeom>
              <a:rect b="b" l="l" r="r" t="t"/>
              <a:pathLst>
                <a:path extrusionOk="0" h="9960" w="6337">
                  <a:moveTo>
                    <a:pt x="1892" y="0"/>
                  </a:moveTo>
                  <a:cubicBezTo>
                    <a:pt x="965" y="0"/>
                    <a:pt x="263" y="660"/>
                    <a:pt x="263" y="660"/>
                  </a:cubicBezTo>
                  <a:cubicBezTo>
                    <a:pt x="263" y="660"/>
                    <a:pt x="0" y="3974"/>
                    <a:pt x="263" y="4825"/>
                  </a:cubicBezTo>
                  <a:cubicBezTo>
                    <a:pt x="528" y="5676"/>
                    <a:pt x="2639" y="9372"/>
                    <a:pt x="3110" y="9724"/>
                  </a:cubicBezTo>
                  <a:cubicBezTo>
                    <a:pt x="3316" y="9879"/>
                    <a:pt x="3964" y="9960"/>
                    <a:pt x="4626" y="9960"/>
                  </a:cubicBezTo>
                  <a:cubicBezTo>
                    <a:pt x="5470" y="9960"/>
                    <a:pt x="6337" y="9828"/>
                    <a:pt x="6337" y="9548"/>
                  </a:cubicBezTo>
                  <a:cubicBezTo>
                    <a:pt x="6337" y="9050"/>
                    <a:pt x="5456" y="8697"/>
                    <a:pt x="4752" y="8463"/>
                  </a:cubicBezTo>
                  <a:cubicBezTo>
                    <a:pt x="4048" y="8228"/>
                    <a:pt x="3344" y="5559"/>
                    <a:pt x="3021" y="4620"/>
                  </a:cubicBezTo>
                  <a:cubicBezTo>
                    <a:pt x="2698" y="3681"/>
                    <a:pt x="3227" y="512"/>
                    <a:pt x="3227" y="512"/>
                  </a:cubicBezTo>
                  <a:cubicBezTo>
                    <a:pt x="2765" y="132"/>
                    <a:pt x="2306" y="0"/>
                    <a:pt x="1892" y="0"/>
                  </a:cubicBezTo>
                  <a:close/>
                </a:path>
              </a:pathLst>
            </a:custGeom>
            <a:solidFill>
              <a:srgbClr val="3B53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1539720" y="4035960"/>
              <a:ext cx="1072800" cy="879840"/>
            </a:xfrm>
            <a:custGeom>
              <a:rect b="b" l="l" r="r" t="t"/>
              <a:pathLst>
                <a:path extrusionOk="0" h="17308" w="21102">
                  <a:moveTo>
                    <a:pt x="15945" y="1"/>
                  </a:moveTo>
                  <a:cubicBezTo>
                    <a:pt x="15905" y="1"/>
                    <a:pt x="15865" y="1"/>
                    <a:pt x="15825" y="3"/>
                  </a:cubicBezTo>
                  <a:cubicBezTo>
                    <a:pt x="13890" y="61"/>
                    <a:pt x="12802" y="2282"/>
                    <a:pt x="12743" y="3576"/>
                  </a:cubicBezTo>
                  <a:cubicBezTo>
                    <a:pt x="12743" y="3577"/>
                    <a:pt x="12742" y="3579"/>
                    <a:pt x="12742" y="3580"/>
                  </a:cubicBezTo>
                  <a:cubicBezTo>
                    <a:pt x="12742" y="3585"/>
                    <a:pt x="12740" y="3591"/>
                    <a:pt x="12736" y="3596"/>
                  </a:cubicBezTo>
                  <a:cubicBezTo>
                    <a:pt x="12729" y="3608"/>
                    <a:pt x="12715" y="3614"/>
                    <a:pt x="12693" y="3614"/>
                  </a:cubicBezTo>
                  <a:cubicBezTo>
                    <a:pt x="12397" y="3614"/>
                    <a:pt x="10739" y="2506"/>
                    <a:pt x="8232" y="2506"/>
                  </a:cubicBezTo>
                  <a:cubicBezTo>
                    <a:pt x="7737" y="2506"/>
                    <a:pt x="7208" y="2549"/>
                    <a:pt x="6651" y="2653"/>
                  </a:cubicBezTo>
                  <a:cubicBezTo>
                    <a:pt x="2975" y="3334"/>
                    <a:pt x="510" y="7054"/>
                    <a:pt x="159" y="9253"/>
                  </a:cubicBezTo>
                  <a:cubicBezTo>
                    <a:pt x="58" y="9885"/>
                    <a:pt x="0" y="10814"/>
                    <a:pt x="67" y="11823"/>
                  </a:cubicBezTo>
                  <a:lnTo>
                    <a:pt x="67" y="11824"/>
                  </a:lnTo>
                  <a:cubicBezTo>
                    <a:pt x="238" y="14330"/>
                    <a:pt x="1182" y="17307"/>
                    <a:pt x="4162" y="17307"/>
                  </a:cubicBezTo>
                  <a:cubicBezTo>
                    <a:pt x="4172" y="17307"/>
                    <a:pt x="4181" y="17307"/>
                    <a:pt x="4191" y="17307"/>
                  </a:cubicBezTo>
                  <a:cubicBezTo>
                    <a:pt x="4772" y="17307"/>
                    <a:pt x="5353" y="17271"/>
                    <a:pt x="5930" y="17202"/>
                  </a:cubicBezTo>
                  <a:cubicBezTo>
                    <a:pt x="8974" y="16832"/>
                    <a:pt x="10778" y="15600"/>
                    <a:pt x="13184" y="15413"/>
                  </a:cubicBezTo>
                  <a:cubicBezTo>
                    <a:pt x="14967" y="15276"/>
                    <a:pt x="16438" y="14053"/>
                    <a:pt x="17349" y="12784"/>
                  </a:cubicBezTo>
                  <a:cubicBezTo>
                    <a:pt x="17889" y="12036"/>
                    <a:pt x="18147" y="11248"/>
                    <a:pt x="18332" y="10706"/>
                  </a:cubicBezTo>
                  <a:cubicBezTo>
                    <a:pt x="18909" y="9009"/>
                    <a:pt x="19565" y="5290"/>
                    <a:pt x="19565" y="5290"/>
                  </a:cubicBezTo>
                  <a:lnTo>
                    <a:pt x="21101" y="4200"/>
                  </a:lnTo>
                  <a:cubicBezTo>
                    <a:pt x="20485" y="3631"/>
                    <a:pt x="19821" y="2985"/>
                    <a:pt x="19493" y="2347"/>
                  </a:cubicBezTo>
                  <a:cubicBezTo>
                    <a:pt x="18971" y="1343"/>
                    <a:pt x="17811" y="1"/>
                    <a:pt x="15945" y="1"/>
                  </a:cubicBezTo>
                  <a:close/>
                </a:path>
              </a:pathLst>
            </a:custGeom>
            <a:solidFill>
              <a:srgbClr val="D6CD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1803960" y="4439520"/>
              <a:ext cx="655200" cy="470880"/>
            </a:xfrm>
            <a:custGeom>
              <a:rect b="b" l="l" r="r" t="t"/>
              <a:pathLst>
                <a:path extrusionOk="0" h="9266" w="12889">
                  <a:moveTo>
                    <a:pt x="10663" y="0"/>
                  </a:moveTo>
                  <a:cubicBezTo>
                    <a:pt x="8807" y="0"/>
                    <a:pt x="8731" y="4313"/>
                    <a:pt x="8175" y="4699"/>
                  </a:cubicBezTo>
                  <a:cubicBezTo>
                    <a:pt x="7600" y="5099"/>
                    <a:pt x="1071" y="6823"/>
                    <a:pt x="1071" y="6823"/>
                  </a:cubicBezTo>
                  <a:cubicBezTo>
                    <a:pt x="76" y="7448"/>
                    <a:pt x="0" y="8476"/>
                    <a:pt x="735" y="9266"/>
                  </a:cubicBezTo>
                  <a:cubicBezTo>
                    <a:pt x="3779" y="8896"/>
                    <a:pt x="5583" y="7664"/>
                    <a:pt x="7989" y="7477"/>
                  </a:cubicBezTo>
                  <a:cubicBezTo>
                    <a:pt x="9772" y="7340"/>
                    <a:pt x="11243" y="6117"/>
                    <a:pt x="12154" y="4848"/>
                  </a:cubicBezTo>
                  <a:cubicBezTo>
                    <a:pt x="12889" y="3463"/>
                    <a:pt x="12410" y="261"/>
                    <a:pt x="10866" y="17"/>
                  </a:cubicBezTo>
                  <a:cubicBezTo>
                    <a:pt x="10796" y="6"/>
                    <a:pt x="10728" y="0"/>
                    <a:pt x="106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2484000" y="4237920"/>
              <a:ext cx="138600" cy="95760"/>
            </a:xfrm>
            <a:custGeom>
              <a:rect b="b" l="l" r="r" t="t"/>
              <a:pathLst>
                <a:path extrusionOk="0" h="1893" w="2730">
                  <a:moveTo>
                    <a:pt x="1765" y="0"/>
                  </a:moveTo>
                  <a:cubicBezTo>
                    <a:pt x="1728" y="0"/>
                    <a:pt x="1690" y="1"/>
                    <a:pt x="1651" y="3"/>
                  </a:cubicBezTo>
                  <a:cubicBezTo>
                    <a:pt x="0" y="87"/>
                    <a:pt x="189" y="1530"/>
                    <a:pt x="696" y="1808"/>
                  </a:cubicBezTo>
                  <a:cubicBezTo>
                    <a:pt x="807" y="1869"/>
                    <a:pt x="929" y="1893"/>
                    <a:pt x="1050" y="1893"/>
                  </a:cubicBezTo>
                  <a:cubicBezTo>
                    <a:pt x="1481" y="1893"/>
                    <a:pt x="1914" y="1595"/>
                    <a:pt x="1914" y="1595"/>
                  </a:cubicBezTo>
                  <a:cubicBezTo>
                    <a:pt x="2015" y="1707"/>
                    <a:pt x="2117" y="1755"/>
                    <a:pt x="2214" y="1755"/>
                  </a:cubicBezTo>
                  <a:cubicBezTo>
                    <a:pt x="2496" y="1755"/>
                    <a:pt x="2729" y="1345"/>
                    <a:pt x="2729" y="938"/>
                  </a:cubicBezTo>
                  <a:cubicBezTo>
                    <a:pt x="2729" y="418"/>
                    <a:pt x="2528" y="0"/>
                    <a:pt x="17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7875" lIns="91425" spcFirstLastPara="1" rIns="91425" wrap="square" tIns="47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2084400" y="4470840"/>
              <a:ext cx="321840" cy="506880"/>
            </a:xfrm>
            <a:custGeom>
              <a:rect b="b" l="l" r="r" t="t"/>
              <a:pathLst>
                <a:path extrusionOk="0" h="9974" w="6337">
                  <a:moveTo>
                    <a:pt x="2197" y="0"/>
                  </a:moveTo>
                  <a:cubicBezTo>
                    <a:pt x="1153" y="0"/>
                    <a:pt x="263" y="674"/>
                    <a:pt x="263" y="674"/>
                  </a:cubicBezTo>
                  <a:cubicBezTo>
                    <a:pt x="263" y="674"/>
                    <a:pt x="0" y="3988"/>
                    <a:pt x="263" y="4839"/>
                  </a:cubicBezTo>
                  <a:cubicBezTo>
                    <a:pt x="528" y="5690"/>
                    <a:pt x="2641" y="9386"/>
                    <a:pt x="3110" y="9738"/>
                  </a:cubicBezTo>
                  <a:cubicBezTo>
                    <a:pt x="3316" y="9893"/>
                    <a:pt x="3964" y="9974"/>
                    <a:pt x="4626" y="9974"/>
                  </a:cubicBezTo>
                  <a:cubicBezTo>
                    <a:pt x="5470" y="9974"/>
                    <a:pt x="6337" y="9842"/>
                    <a:pt x="6337" y="9562"/>
                  </a:cubicBezTo>
                  <a:cubicBezTo>
                    <a:pt x="6337" y="9064"/>
                    <a:pt x="5457" y="8711"/>
                    <a:pt x="4752" y="8477"/>
                  </a:cubicBezTo>
                  <a:cubicBezTo>
                    <a:pt x="4048" y="8242"/>
                    <a:pt x="3344" y="5573"/>
                    <a:pt x="3021" y="4634"/>
                  </a:cubicBezTo>
                  <a:cubicBezTo>
                    <a:pt x="2699" y="3695"/>
                    <a:pt x="3607" y="508"/>
                    <a:pt x="3607" y="508"/>
                  </a:cubicBezTo>
                  <a:cubicBezTo>
                    <a:pt x="3149" y="131"/>
                    <a:pt x="2658" y="0"/>
                    <a:pt x="2197" y="0"/>
                  </a:cubicBezTo>
                  <a:close/>
                </a:path>
              </a:pathLst>
            </a:custGeom>
            <a:solidFill>
              <a:srgbClr val="D6CD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2547360" y="4220640"/>
              <a:ext cx="67320" cy="34200"/>
            </a:xfrm>
            <a:custGeom>
              <a:rect b="b" l="l" r="r" t="t"/>
              <a:pathLst>
                <a:path extrusionOk="0" h="683" w="1329">
                  <a:moveTo>
                    <a:pt x="547" y="1"/>
                  </a:moveTo>
                  <a:cubicBezTo>
                    <a:pt x="315" y="1"/>
                    <a:pt x="112" y="28"/>
                    <a:pt x="87" y="83"/>
                  </a:cubicBezTo>
                  <a:cubicBezTo>
                    <a:pt x="0" y="278"/>
                    <a:pt x="480" y="683"/>
                    <a:pt x="681" y="683"/>
                  </a:cubicBezTo>
                  <a:cubicBezTo>
                    <a:pt x="682" y="683"/>
                    <a:pt x="682" y="683"/>
                    <a:pt x="682" y="683"/>
                  </a:cubicBezTo>
                  <a:cubicBezTo>
                    <a:pt x="869" y="683"/>
                    <a:pt x="1329" y="428"/>
                    <a:pt x="1271" y="163"/>
                  </a:cubicBezTo>
                  <a:cubicBezTo>
                    <a:pt x="1247" y="54"/>
                    <a:pt x="870" y="1"/>
                    <a:pt x="547" y="1"/>
                  </a:cubicBezTo>
                  <a:close/>
                </a:path>
              </a:pathLst>
            </a:custGeom>
            <a:solidFill>
              <a:srgbClr val="F2776C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2389320" y="4143600"/>
              <a:ext cx="33480" cy="39600"/>
            </a:xfrm>
            <a:custGeom>
              <a:rect b="b" l="l" r="r" t="t"/>
              <a:pathLst>
                <a:path extrusionOk="0" h="789" w="669">
                  <a:moveTo>
                    <a:pt x="335" y="1"/>
                  </a:moveTo>
                  <a:cubicBezTo>
                    <a:pt x="150" y="1"/>
                    <a:pt x="1" y="177"/>
                    <a:pt x="1" y="395"/>
                  </a:cubicBezTo>
                  <a:cubicBezTo>
                    <a:pt x="1" y="613"/>
                    <a:pt x="150" y="788"/>
                    <a:pt x="335" y="788"/>
                  </a:cubicBezTo>
                  <a:cubicBezTo>
                    <a:pt x="519" y="788"/>
                    <a:pt x="669" y="611"/>
                    <a:pt x="669" y="395"/>
                  </a:cubicBezTo>
                  <a:cubicBezTo>
                    <a:pt x="669" y="178"/>
                    <a:pt x="519" y="1"/>
                    <a:pt x="335" y="1"/>
                  </a:cubicBezTo>
                  <a:close/>
                </a:path>
              </a:pathLst>
            </a:custGeom>
            <a:solidFill>
              <a:srgbClr val="002E3C"/>
            </a:solidFill>
            <a:ln>
              <a:noFill/>
            </a:ln>
          </p:spPr>
          <p:txBody>
            <a:bodyPr anchorCtr="0" anchor="ctr" bIns="19800" lIns="91425" spcFirstLastPara="1" rIns="91425" wrap="square" tIns="19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1555560" y="4401720"/>
              <a:ext cx="587520" cy="579240"/>
            </a:xfrm>
            <a:custGeom>
              <a:rect b="b" l="l" r="r" t="t"/>
              <a:pathLst>
                <a:path extrusionOk="0" h="11395" w="11560">
                  <a:moveTo>
                    <a:pt x="3287" y="0"/>
                  </a:moveTo>
                  <a:cubicBezTo>
                    <a:pt x="502" y="0"/>
                    <a:pt x="1" y="4563"/>
                    <a:pt x="280" y="7451"/>
                  </a:cubicBezTo>
                  <a:cubicBezTo>
                    <a:pt x="592" y="10699"/>
                    <a:pt x="3573" y="11395"/>
                    <a:pt x="6335" y="11395"/>
                  </a:cubicBezTo>
                  <a:cubicBezTo>
                    <a:pt x="7768" y="11395"/>
                    <a:pt x="9143" y="11207"/>
                    <a:pt x="10054" y="11091"/>
                  </a:cubicBezTo>
                  <a:cubicBezTo>
                    <a:pt x="10839" y="10992"/>
                    <a:pt x="11560" y="10797"/>
                    <a:pt x="11091" y="9982"/>
                  </a:cubicBezTo>
                  <a:cubicBezTo>
                    <a:pt x="10772" y="9430"/>
                    <a:pt x="6164" y="9977"/>
                    <a:pt x="7086" y="7627"/>
                  </a:cubicBezTo>
                  <a:cubicBezTo>
                    <a:pt x="8789" y="3291"/>
                    <a:pt x="6213" y="83"/>
                    <a:pt x="3362" y="2"/>
                  </a:cubicBezTo>
                  <a:cubicBezTo>
                    <a:pt x="3337" y="1"/>
                    <a:pt x="3312" y="0"/>
                    <a:pt x="3287" y="0"/>
                  </a:cubicBezTo>
                  <a:close/>
                </a:path>
              </a:pathLst>
            </a:custGeom>
            <a:solidFill>
              <a:srgbClr val="D6CD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1539720" y="4163400"/>
              <a:ext cx="685800" cy="473400"/>
            </a:xfrm>
            <a:custGeom>
              <a:rect b="b" l="l" r="r" t="t"/>
              <a:pathLst>
                <a:path extrusionOk="0" h="9318" w="13492">
                  <a:moveTo>
                    <a:pt x="8231" y="1"/>
                  </a:moveTo>
                  <a:cubicBezTo>
                    <a:pt x="7736" y="1"/>
                    <a:pt x="7208" y="44"/>
                    <a:pt x="6651" y="148"/>
                  </a:cubicBezTo>
                  <a:cubicBezTo>
                    <a:pt x="2976" y="830"/>
                    <a:pt x="510" y="4549"/>
                    <a:pt x="159" y="6749"/>
                  </a:cubicBezTo>
                  <a:cubicBezTo>
                    <a:pt x="58" y="7380"/>
                    <a:pt x="0" y="8309"/>
                    <a:pt x="67" y="9318"/>
                  </a:cubicBezTo>
                  <a:cubicBezTo>
                    <a:pt x="1747" y="6337"/>
                    <a:pt x="3113" y="5692"/>
                    <a:pt x="4449" y="5692"/>
                  </a:cubicBezTo>
                  <a:cubicBezTo>
                    <a:pt x="5468" y="5692"/>
                    <a:pt x="6469" y="6067"/>
                    <a:pt x="7580" y="6067"/>
                  </a:cubicBezTo>
                  <a:cubicBezTo>
                    <a:pt x="7630" y="6067"/>
                    <a:pt x="7681" y="6066"/>
                    <a:pt x="7731" y="6064"/>
                  </a:cubicBezTo>
                  <a:cubicBezTo>
                    <a:pt x="9929" y="5647"/>
                    <a:pt x="8197" y="3348"/>
                    <a:pt x="9942" y="3062"/>
                  </a:cubicBezTo>
                  <a:cubicBezTo>
                    <a:pt x="10009" y="3051"/>
                    <a:pt x="10084" y="3046"/>
                    <a:pt x="10165" y="3046"/>
                  </a:cubicBezTo>
                  <a:cubicBezTo>
                    <a:pt x="11251" y="3046"/>
                    <a:pt x="13491" y="3952"/>
                    <a:pt x="13491" y="3952"/>
                  </a:cubicBezTo>
                  <a:cubicBezTo>
                    <a:pt x="12058" y="2786"/>
                    <a:pt x="12329" y="1806"/>
                    <a:pt x="12736" y="1091"/>
                  </a:cubicBezTo>
                  <a:lnTo>
                    <a:pt x="12736" y="1091"/>
                  </a:lnTo>
                  <a:cubicBezTo>
                    <a:pt x="12729" y="1103"/>
                    <a:pt x="12714" y="1109"/>
                    <a:pt x="12693" y="1109"/>
                  </a:cubicBezTo>
                  <a:cubicBezTo>
                    <a:pt x="12396" y="1109"/>
                    <a:pt x="10737" y="1"/>
                    <a:pt x="8231" y="1"/>
                  </a:cubicBezTo>
                  <a:close/>
                </a:path>
              </a:pathLst>
            </a:custGeom>
            <a:solidFill>
              <a:srgbClr val="8A98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1366560" y="4584600"/>
              <a:ext cx="336960" cy="223200"/>
            </a:xfrm>
            <a:custGeom>
              <a:rect b="b" l="l" r="r" t="t"/>
              <a:pathLst>
                <a:path extrusionOk="0" h="4396" w="6636">
                  <a:moveTo>
                    <a:pt x="1107" y="1"/>
                  </a:moveTo>
                  <a:cubicBezTo>
                    <a:pt x="503" y="1"/>
                    <a:pt x="1" y="4396"/>
                    <a:pt x="3258" y="4396"/>
                  </a:cubicBezTo>
                  <a:cubicBezTo>
                    <a:pt x="3586" y="4396"/>
                    <a:pt x="3953" y="4351"/>
                    <a:pt x="4362" y="4253"/>
                  </a:cubicBezTo>
                  <a:cubicBezTo>
                    <a:pt x="6635" y="3705"/>
                    <a:pt x="4635" y="1020"/>
                    <a:pt x="3612" y="1020"/>
                  </a:cubicBezTo>
                  <a:cubicBezTo>
                    <a:pt x="3565" y="1020"/>
                    <a:pt x="3520" y="1026"/>
                    <a:pt x="3478" y="1038"/>
                  </a:cubicBezTo>
                  <a:cubicBezTo>
                    <a:pt x="3478" y="1038"/>
                    <a:pt x="1941" y="864"/>
                    <a:pt x="1238" y="72"/>
                  </a:cubicBezTo>
                  <a:cubicBezTo>
                    <a:pt x="1195" y="23"/>
                    <a:pt x="1151" y="1"/>
                    <a:pt x="1107" y="1"/>
                  </a:cubicBezTo>
                  <a:close/>
                </a:path>
              </a:pathLst>
            </a:custGeom>
            <a:solidFill>
              <a:srgbClr val="D6CD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1363320" y="4636800"/>
              <a:ext cx="262800" cy="187200"/>
            </a:xfrm>
            <a:custGeom>
              <a:rect b="b" l="l" r="r" t="t"/>
              <a:pathLst>
                <a:path extrusionOk="0" h="3690" w="5176">
                  <a:moveTo>
                    <a:pt x="459" y="0"/>
                  </a:moveTo>
                  <a:cubicBezTo>
                    <a:pt x="447" y="0"/>
                    <a:pt x="436" y="1"/>
                    <a:pt x="425" y="3"/>
                  </a:cubicBezTo>
                  <a:cubicBezTo>
                    <a:pt x="178" y="43"/>
                    <a:pt x="1" y="1985"/>
                    <a:pt x="725" y="2290"/>
                  </a:cubicBezTo>
                  <a:cubicBezTo>
                    <a:pt x="725" y="2290"/>
                    <a:pt x="484" y="2465"/>
                    <a:pt x="477" y="2642"/>
                  </a:cubicBezTo>
                  <a:cubicBezTo>
                    <a:pt x="469" y="2840"/>
                    <a:pt x="1487" y="3689"/>
                    <a:pt x="2875" y="3689"/>
                  </a:cubicBezTo>
                  <a:cubicBezTo>
                    <a:pt x="3576" y="3689"/>
                    <a:pt x="4371" y="3473"/>
                    <a:pt x="5175" y="2848"/>
                  </a:cubicBezTo>
                  <a:lnTo>
                    <a:pt x="986" y="361"/>
                  </a:lnTo>
                  <a:cubicBezTo>
                    <a:pt x="986" y="361"/>
                    <a:pt x="698" y="0"/>
                    <a:pt x="459" y="0"/>
                  </a:cubicBezTo>
                  <a:close/>
                </a:path>
              </a:pathLst>
            </a:custGeom>
            <a:solidFill>
              <a:srgbClr val="D6CD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2261160" y="4209120"/>
              <a:ext cx="131040" cy="77760"/>
            </a:xfrm>
            <a:custGeom>
              <a:rect b="b" l="l" r="r" t="t"/>
              <a:pathLst>
                <a:path extrusionOk="0" h="1533" w="2583">
                  <a:moveTo>
                    <a:pt x="1513" y="0"/>
                  </a:moveTo>
                  <a:cubicBezTo>
                    <a:pt x="1399" y="0"/>
                    <a:pt x="1280" y="11"/>
                    <a:pt x="1159" y="33"/>
                  </a:cubicBezTo>
                  <a:cubicBezTo>
                    <a:pt x="486" y="153"/>
                    <a:pt x="0" y="581"/>
                    <a:pt x="73" y="985"/>
                  </a:cubicBezTo>
                  <a:cubicBezTo>
                    <a:pt x="133" y="1317"/>
                    <a:pt x="550" y="1532"/>
                    <a:pt x="1068" y="1532"/>
                  </a:cubicBezTo>
                  <a:cubicBezTo>
                    <a:pt x="1182" y="1532"/>
                    <a:pt x="1301" y="1522"/>
                    <a:pt x="1422" y="1500"/>
                  </a:cubicBezTo>
                  <a:cubicBezTo>
                    <a:pt x="2095" y="1379"/>
                    <a:pt x="2582" y="953"/>
                    <a:pt x="2509" y="547"/>
                  </a:cubicBezTo>
                  <a:cubicBezTo>
                    <a:pt x="2449" y="215"/>
                    <a:pt x="2032" y="0"/>
                    <a:pt x="1513" y="0"/>
                  </a:cubicBez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7" name="Google Shape;247;p20"/>
          <p:cNvGrpSpPr/>
          <p:nvPr/>
        </p:nvGrpSpPr>
        <p:grpSpPr>
          <a:xfrm>
            <a:off x="968855" y="2760064"/>
            <a:ext cx="205529" cy="278343"/>
            <a:chOff x="968855" y="2760064"/>
            <a:chExt cx="205529" cy="278343"/>
          </a:xfrm>
        </p:grpSpPr>
        <p:sp>
          <p:nvSpPr>
            <p:cNvPr id="248" name="Google Shape;248;p20"/>
            <p:cNvSpPr/>
            <p:nvPr/>
          </p:nvSpPr>
          <p:spPr>
            <a:xfrm rot="46800">
              <a:off x="1058040" y="2760840"/>
              <a:ext cx="115200" cy="1688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 rot="-1915200">
              <a:off x="996120" y="2882160"/>
              <a:ext cx="115200" cy="13608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2035739" y="3267332"/>
            <a:ext cx="361481" cy="281227"/>
            <a:chOff x="2035739" y="3267332"/>
            <a:chExt cx="361481" cy="281227"/>
          </a:xfrm>
        </p:grpSpPr>
        <p:sp>
          <p:nvSpPr>
            <p:cNvPr id="251" name="Google Shape;251;p20"/>
            <p:cNvSpPr/>
            <p:nvPr/>
          </p:nvSpPr>
          <p:spPr>
            <a:xfrm rot="3307200">
              <a:off x="2154240" y="3283200"/>
              <a:ext cx="163440" cy="2390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 rot="4557600">
              <a:off x="2267280" y="3412440"/>
              <a:ext cx="97560" cy="14292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 rot="1737600">
              <a:off x="2064240" y="3346920"/>
              <a:ext cx="97560" cy="14292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/>
          <p:nvPr>
            <p:ph type="title"/>
          </p:nvPr>
        </p:nvSpPr>
        <p:spPr>
          <a:xfrm>
            <a:off x="4762440" y="1428840"/>
            <a:ext cx="3180960" cy="123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nglebert"/>
              <a:buNone/>
            </a:pPr>
            <a:r>
              <a:rPr b="0" lang="en" sz="3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Introduction 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 txBox="1"/>
          <p:nvPr>
            <p:ph idx="1" type="subTitle"/>
          </p:nvPr>
        </p:nvSpPr>
        <p:spPr>
          <a:xfrm>
            <a:off x="4762440" y="2581200"/>
            <a:ext cx="3057120" cy="113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55000" lnSpcReduction="1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A CNN-based image classifier built to distinguish cats from dogs using the TensorFlow Cats vs Dogs dataset. 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The project demonstrates the full ML pipeline: data preparation, model design, training, and evaluation, delivered as a concise proof of concept.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>
            <a:off x="4761360" y="3896280"/>
            <a:ext cx="3056400" cy="360"/>
          </a:xfrm>
          <a:prstGeom prst="straightConnector1">
            <a:avLst/>
          </a:prstGeom>
          <a:noFill/>
          <a:ln cap="flat" cmpd="sng" w="19050">
            <a:solidFill>
              <a:srgbClr val="3F15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21"/>
          <p:cNvSpPr/>
          <p:nvPr/>
        </p:nvSpPr>
        <p:spPr>
          <a:xfrm>
            <a:off x="1212840" y="1105200"/>
            <a:ext cx="3055680" cy="305568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072880" y="1728360"/>
            <a:ext cx="290160" cy="412920"/>
          </a:xfrm>
          <a:custGeom>
            <a:rect b="b" l="l" r="r" t="t"/>
            <a:pathLst>
              <a:path extrusionOk="0" h="15499" w="10892">
                <a:moveTo>
                  <a:pt x="3484" y="1794"/>
                </a:moveTo>
                <a:lnTo>
                  <a:pt x="10892" y="8737"/>
                </a:lnTo>
                <a:lnTo>
                  <a:pt x="5974" y="14167"/>
                </a:lnTo>
                <a:lnTo>
                  <a:pt x="2285" y="15499"/>
                </a:lnTo>
                <a:lnTo>
                  <a:pt x="31" y="945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AF1743">
                  <a:alpha val="60000"/>
                </a:srgbClr>
              </a:gs>
              <a:gs pos="48000">
                <a:srgbClr val="DA1745">
                  <a:alpha val="14901"/>
                </a:srgbClr>
              </a:gs>
              <a:gs pos="7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316680" y="1797480"/>
            <a:ext cx="286560" cy="439560"/>
          </a:xfrm>
          <a:custGeom>
            <a:rect b="b" l="l" r="r" t="t"/>
            <a:pathLst>
              <a:path extrusionOk="0" h="16496" w="10759">
                <a:moveTo>
                  <a:pt x="10759" y="4098"/>
                </a:moveTo>
                <a:lnTo>
                  <a:pt x="6455" y="16496"/>
                </a:lnTo>
                <a:lnTo>
                  <a:pt x="3689" y="15267"/>
                </a:lnTo>
                <a:lnTo>
                  <a:pt x="1537" y="12500"/>
                </a:lnTo>
                <a:lnTo>
                  <a:pt x="0" y="9426"/>
                </a:lnTo>
                <a:lnTo>
                  <a:pt x="8812" y="0"/>
                </a:lnTo>
                <a:close/>
              </a:path>
            </a:pathLst>
          </a:custGeom>
          <a:gradFill>
            <a:gsLst>
              <a:gs pos="0">
                <a:srgbClr val="AF1743">
                  <a:alpha val="60000"/>
                </a:srgbClr>
              </a:gs>
              <a:gs pos="48000">
                <a:srgbClr val="DA1745">
                  <a:alpha val="14901"/>
                </a:srgbClr>
              </a:gs>
              <a:gs pos="7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64" name="Google Shape;264;p21"/>
          <p:cNvGrpSpPr/>
          <p:nvPr/>
        </p:nvGrpSpPr>
        <p:grpSpPr>
          <a:xfrm>
            <a:off x="3708917" y="1976948"/>
            <a:ext cx="388860" cy="629179"/>
            <a:chOff x="3708917" y="1976948"/>
            <a:chExt cx="388860" cy="629179"/>
          </a:xfrm>
        </p:grpSpPr>
        <p:sp>
          <p:nvSpPr>
            <p:cNvPr id="265" name="Google Shape;265;p21"/>
            <p:cNvSpPr/>
            <p:nvPr/>
          </p:nvSpPr>
          <p:spPr>
            <a:xfrm rot="9445800">
              <a:off x="3766320" y="2227680"/>
              <a:ext cx="236520" cy="34632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 rot="7484400">
              <a:off x="3797640" y="2014200"/>
              <a:ext cx="236520" cy="2786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7" name="Google Shape;267;p21"/>
          <p:cNvGrpSpPr/>
          <p:nvPr/>
        </p:nvGrpSpPr>
        <p:grpSpPr>
          <a:xfrm>
            <a:off x="1135507" y="798552"/>
            <a:ext cx="357478" cy="352571"/>
            <a:chOff x="1135507" y="798552"/>
            <a:chExt cx="357478" cy="352571"/>
          </a:xfrm>
        </p:grpSpPr>
        <p:sp>
          <p:nvSpPr>
            <p:cNvPr id="268" name="Google Shape;268;p21"/>
            <p:cNvSpPr/>
            <p:nvPr/>
          </p:nvSpPr>
          <p:spPr>
            <a:xfrm rot="772200">
              <a:off x="1154160" y="8175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 rot="772200">
              <a:off x="1155600" y="91692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 rot="772200">
              <a:off x="1297080" y="80640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 rot="772200">
              <a:off x="1406160" y="8877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901999" y="1458622"/>
            <a:ext cx="292924" cy="283630"/>
            <a:chOff x="901999" y="1458622"/>
            <a:chExt cx="292924" cy="283630"/>
          </a:xfrm>
        </p:grpSpPr>
        <p:sp>
          <p:nvSpPr>
            <p:cNvPr id="273" name="Google Shape;273;p21"/>
            <p:cNvSpPr/>
            <p:nvPr/>
          </p:nvSpPr>
          <p:spPr>
            <a:xfrm rot="1509600">
              <a:off x="953280" y="14684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4" name="Google Shape;274;p21"/>
            <p:cNvSpPr/>
            <p:nvPr/>
          </p:nvSpPr>
          <p:spPr>
            <a:xfrm rot="1509600">
              <a:off x="926280" y="155340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 rot="1509600">
              <a:off x="1059480" y="14828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 rot="1509600">
              <a:off x="1126440" y="15598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77" name="Google Shape;277;p21"/>
          <p:cNvGrpSpPr/>
          <p:nvPr/>
        </p:nvGrpSpPr>
        <p:grpSpPr>
          <a:xfrm>
            <a:off x="3037772" y="1021337"/>
            <a:ext cx="252034" cy="251458"/>
            <a:chOff x="3037772" y="1021337"/>
            <a:chExt cx="252034" cy="251458"/>
          </a:xfrm>
        </p:grpSpPr>
        <p:sp>
          <p:nvSpPr>
            <p:cNvPr id="278" name="Google Shape;278;p21"/>
            <p:cNvSpPr/>
            <p:nvPr/>
          </p:nvSpPr>
          <p:spPr>
            <a:xfrm rot="-2224800">
              <a:off x="3047400" y="11239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 rot="-2224800">
              <a:off x="3108240" y="110736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 rot="-2224800">
              <a:off x="3099960" y="10508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 rot="-2224800">
              <a:off x="3183120" y="10314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82" name="Google Shape;282;p21"/>
          <p:cNvGrpSpPr/>
          <p:nvPr/>
        </p:nvGrpSpPr>
        <p:grpSpPr>
          <a:xfrm>
            <a:off x="7200092" y="897497"/>
            <a:ext cx="251674" cy="251458"/>
            <a:chOff x="7200092" y="897497"/>
            <a:chExt cx="251674" cy="251458"/>
          </a:xfrm>
        </p:grpSpPr>
        <p:sp>
          <p:nvSpPr>
            <p:cNvPr id="283" name="Google Shape;283;p21"/>
            <p:cNvSpPr/>
            <p:nvPr/>
          </p:nvSpPr>
          <p:spPr>
            <a:xfrm rot="-2224800">
              <a:off x="7209720" y="10004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 rot="-2224800">
              <a:off x="7270200" y="9835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 rot="-2224800">
              <a:off x="7261920" y="9270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 rot="-2224800">
              <a:off x="7345440" y="9075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87" name="Google Shape;287;p21"/>
          <p:cNvGrpSpPr/>
          <p:nvPr/>
        </p:nvGrpSpPr>
        <p:grpSpPr>
          <a:xfrm>
            <a:off x="6294839" y="4243865"/>
            <a:ext cx="286182" cy="276562"/>
            <a:chOff x="6294839" y="4243865"/>
            <a:chExt cx="286182" cy="276562"/>
          </a:xfrm>
        </p:grpSpPr>
        <p:sp>
          <p:nvSpPr>
            <p:cNvPr id="288" name="Google Shape;288;p21"/>
            <p:cNvSpPr/>
            <p:nvPr/>
          </p:nvSpPr>
          <p:spPr>
            <a:xfrm rot="1290000">
              <a:off x="6335280" y="42526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 rot="1290000">
              <a:off x="6316920" y="433512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 rot="1290000">
              <a:off x="6442200" y="42602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 rot="1290000">
              <a:off x="6513480" y="433296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92" name="Google Shape;292;p21"/>
          <p:cNvGrpSpPr/>
          <p:nvPr/>
        </p:nvGrpSpPr>
        <p:grpSpPr>
          <a:xfrm>
            <a:off x="1410212" y="3544217"/>
            <a:ext cx="252034" cy="251818"/>
            <a:chOff x="1410212" y="3544217"/>
            <a:chExt cx="252034" cy="251818"/>
          </a:xfrm>
        </p:grpSpPr>
        <p:sp>
          <p:nvSpPr>
            <p:cNvPr id="293" name="Google Shape;293;p21"/>
            <p:cNvSpPr/>
            <p:nvPr/>
          </p:nvSpPr>
          <p:spPr>
            <a:xfrm rot="-2224800">
              <a:off x="1419840" y="36471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 rot="-2224800">
              <a:off x="1480680" y="363060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 rot="-2224800">
              <a:off x="1472400" y="35740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6" name="Google Shape;296;p21"/>
            <p:cNvSpPr/>
            <p:nvPr/>
          </p:nvSpPr>
          <p:spPr>
            <a:xfrm rot="-2224800">
              <a:off x="1555560" y="35542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97" name="Google Shape;297;p21"/>
          <p:cNvGrpSpPr/>
          <p:nvPr/>
        </p:nvGrpSpPr>
        <p:grpSpPr>
          <a:xfrm>
            <a:off x="1524467" y="1799704"/>
            <a:ext cx="306455" cy="576432"/>
            <a:chOff x="1524467" y="1799704"/>
            <a:chExt cx="306455" cy="576432"/>
          </a:xfrm>
        </p:grpSpPr>
        <p:sp>
          <p:nvSpPr>
            <p:cNvPr id="298" name="Google Shape;298;p21"/>
            <p:cNvSpPr/>
            <p:nvPr/>
          </p:nvSpPr>
          <p:spPr>
            <a:xfrm rot="-957600">
              <a:off x="1608120" y="1822320"/>
              <a:ext cx="195840" cy="22356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 rot="-2919000">
              <a:off x="1558800" y="2000520"/>
              <a:ext cx="195840" cy="1800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 rot="-4948800">
              <a:off x="1563120" y="2177280"/>
              <a:ext cx="195840" cy="1800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/>
          <p:nvPr/>
        </p:nvSpPr>
        <p:spPr>
          <a:xfrm>
            <a:off x="857160" y="762120"/>
            <a:ext cx="1904760" cy="6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 u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sz="5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857160" y="1428840"/>
            <a:ext cx="3238200" cy="142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0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Problem &amp; </a:t>
            </a:r>
            <a:r>
              <a:rPr b="0" lang="en" sz="4000" u="none" strike="noStrike">
                <a:solidFill>
                  <a:schemeClr val="lt2"/>
                </a:solidFill>
                <a:latin typeface="Englebert"/>
                <a:ea typeface="Englebert"/>
                <a:cs typeface="Englebert"/>
                <a:sym typeface="Englebert"/>
              </a:rPr>
              <a:t>Dataset</a:t>
            </a:r>
            <a:endParaRPr b="0" sz="4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d675dd7af8" id="307" name="Google Shape;307;p22"/>
          <p:cNvSpPr/>
          <p:nvPr/>
        </p:nvSpPr>
        <p:spPr>
          <a:xfrm>
            <a:off x="5257800" y="514440"/>
            <a:ext cx="3200040" cy="411444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/>
          <p:nvPr/>
        </p:nvSpPr>
        <p:spPr>
          <a:xfrm>
            <a:off x="857160" y="762120"/>
            <a:ext cx="3238200" cy="66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Problem statement </a:t>
            </a:r>
            <a:endParaRPr b="0" sz="35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857160" y="1905120"/>
            <a:ext cx="323820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Manual image classification is slow and error-prone. </a:t>
            </a:r>
            <a:endParaRPr b="0" sz="12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Goal:</a:t>
            </a: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Build an automated system to classify images as </a:t>
            </a:r>
            <a:r>
              <a:rPr b="0" i="1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Cat</a:t>
            </a: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or </a:t>
            </a:r>
            <a:r>
              <a:rPr b="0" i="1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Dog</a:t>
            </a: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with reliable accuracy on clear images.</a:t>
            </a:r>
            <a:endParaRPr b="0" sz="12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d675de0116" id="314" name="Google Shape;314;p23"/>
          <p:cNvSpPr/>
          <p:nvPr/>
        </p:nvSpPr>
        <p:spPr>
          <a:xfrm>
            <a:off x="5257800" y="514440"/>
            <a:ext cx="3200040" cy="411444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Dataset summary </a:t>
            </a:r>
            <a:endParaRPr b="0" sz="35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Dataset:</a:t>
            </a: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TensorFlow Cats vs Dogs (~23,000 images). </a:t>
            </a:r>
            <a:endParaRPr b="0" sz="12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Images were resized and normalized; data split into training and validation sets. Preprocessing ensures consistent input for the CNN.</a:t>
            </a:r>
            <a:endParaRPr b="0" sz="12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/>
          <p:nvPr>
            <p:ph type="title"/>
          </p:nvPr>
        </p:nvSpPr>
        <p:spPr>
          <a:xfrm>
            <a:off x="1504800" y="1285920"/>
            <a:ext cx="440028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1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Englebert"/>
              <a:buNone/>
            </a:pPr>
            <a:r>
              <a:rPr b="0" lang="en" sz="4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Project </a:t>
            </a:r>
            <a:r>
              <a:rPr b="0" lang="en" sz="4500" u="none" strike="noStrike">
                <a:solidFill>
                  <a:schemeClr val="lt2"/>
                </a:solidFill>
                <a:latin typeface="Englebert"/>
                <a:ea typeface="Englebert"/>
                <a:cs typeface="Englebert"/>
                <a:sym typeface="Englebert"/>
              </a:rPr>
              <a:t>goals</a:t>
            </a:r>
            <a:endParaRPr b="0" sz="4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5"/>
          <p:cNvSpPr txBox="1"/>
          <p:nvPr>
            <p:ph idx="1" type="subTitle"/>
          </p:nvPr>
        </p:nvSpPr>
        <p:spPr>
          <a:xfrm>
            <a:off x="1581120" y="2057400"/>
            <a:ext cx="4238280" cy="155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 lnSpcReduction="1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Automate binary image classification to distinguish </a:t>
            </a:r>
            <a:r>
              <a:rPr b="0" i="1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Cat</a:t>
            </a:r>
            <a:r>
              <a:rPr b="0" i="0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vs </a:t>
            </a:r>
            <a:r>
              <a:rPr b="0" i="1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Dog</a:t>
            </a:r>
            <a:r>
              <a:rPr b="0" i="0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using a CNN. 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Deliver a working proof-of-concept demonstrating the full ML pipeline: data ingestion, preprocessing, model training, and prediction. Emphasize reproducibility and clarity for future improvements.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327" name="Google Shape;327;p25"/>
          <p:cNvCxnSpPr/>
          <p:nvPr/>
        </p:nvCxnSpPr>
        <p:spPr>
          <a:xfrm>
            <a:off x="1603080" y="3853080"/>
            <a:ext cx="3904200" cy="360"/>
          </a:xfrm>
          <a:prstGeom prst="straightConnector1">
            <a:avLst/>
          </a:prstGeom>
          <a:noFill/>
          <a:ln cap="flat" cmpd="sng" w="19050">
            <a:solidFill>
              <a:srgbClr val="3F15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" name="Google Shape;328;p25"/>
          <p:cNvGrpSpPr/>
          <p:nvPr/>
        </p:nvGrpSpPr>
        <p:grpSpPr>
          <a:xfrm>
            <a:off x="838507" y="925632"/>
            <a:ext cx="357478" cy="352571"/>
            <a:chOff x="838507" y="925632"/>
            <a:chExt cx="357478" cy="352571"/>
          </a:xfrm>
        </p:grpSpPr>
        <p:sp>
          <p:nvSpPr>
            <p:cNvPr id="329" name="Google Shape;329;p25"/>
            <p:cNvSpPr/>
            <p:nvPr/>
          </p:nvSpPr>
          <p:spPr>
            <a:xfrm rot="772200">
              <a:off x="857160" y="9446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 rot="772200">
              <a:off x="858600" y="104400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 rot="772200">
              <a:off x="1000080" y="93348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 rot="772200">
              <a:off x="1109160" y="10148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33" name="Google Shape;333;p25"/>
          <p:cNvGrpSpPr/>
          <p:nvPr/>
        </p:nvGrpSpPr>
        <p:grpSpPr>
          <a:xfrm>
            <a:off x="6067279" y="672022"/>
            <a:ext cx="292924" cy="283990"/>
            <a:chOff x="6067279" y="672022"/>
            <a:chExt cx="292924" cy="283990"/>
          </a:xfrm>
        </p:grpSpPr>
        <p:sp>
          <p:nvSpPr>
            <p:cNvPr id="334" name="Google Shape;334;p25"/>
            <p:cNvSpPr/>
            <p:nvPr/>
          </p:nvSpPr>
          <p:spPr>
            <a:xfrm rot="1509600">
              <a:off x="6118920" y="6818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5" name="Google Shape;335;p25"/>
            <p:cNvSpPr/>
            <p:nvPr/>
          </p:nvSpPr>
          <p:spPr>
            <a:xfrm rot="1509600">
              <a:off x="6091560" y="76716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6" name="Google Shape;336;p25"/>
            <p:cNvSpPr/>
            <p:nvPr/>
          </p:nvSpPr>
          <p:spPr>
            <a:xfrm rot="1509600">
              <a:off x="6224760" y="6962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 rot="1509600">
              <a:off x="6291720" y="7732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38" name="Google Shape;338;p25"/>
          <p:cNvGrpSpPr/>
          <p:nvPr/>
        </p:nvGrpSpPr>
        <p:grpSpPr>
          <a:xfrm>
            <a:off x="2139932" y="377297"/>
            <a:ext cx="252034" cy="251458"/>
            <a:chOff x="2139932" y="377297"/>
            <a:chExt cx="252034" cy="251458"/>
          </a:xfrm>
        </p:grpSpPr>
        <p:sp>
          <p:nvSpPr>
            <p:cNvPr id="339" name="Google Shape;339;p25"/>
            <p:cNvSpPr/>
            <p:nvPr/>
          </p:nvSpPr>
          <p:spPr>
            <a:xfrm rot="-2224800">
              <a:off x="2149560" y="4802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0" name="Google Shape;340;p25"/>
            <p:cNvSpPr/>
            <p:nvPr/>
          </p:nvSpPr>
          <p:spPr>
            <a:xfrm rot="-2224800">
              <a:off x="2210400" y="4633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1" name="Google Shape;341;p25"/>
            <p:cNvSpPr/>
            <p:nvPr/>
          </p:nvSpPr>
          <p:spPr>
            <a:xfrm rot="-2224800">
              <a:off x="2202120" y="4068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2" name="Google Shape;342;p25"/>
            <p:cNvSpPr/>
            <p:nvPr/>
          </p:nvSpPr>
          <p:spPr>
            <a:xfrm rot="-2224800">
              <a:off x="2285280" y="3873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43" name="Google Shape;343;p25"/>
          <p:cNvGrpSpPr/>
          <p:nvPr/>
        </p:nvGrpSpPr>
        <p:grpSpPr>
          <a:xfrm>
            <a:off x="1130852" y="4006817"/>
            <a:ext cx="252034" cy="251818"/>
            <a:chOff x="1130852" y="4006817"/>
            <a:chExt cx="252034" cy="251818"/>
          </a:xfrm>
        </p:grpSpPr>
        <p:sp>
          <p:nvSpPr>
            <p:cNvPr id="344" name="Google Shape;344;p25"/>
            <p:cNvSpPr/>
            <p:nvPr/>
          </p:nvSpPr>
          <p:spPr>
            <a:xfrm rot="-2224800">
              <a:off x="1140480" y="41097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25"/>
            <p:cNvSpPr/>
            <p:nvPr/>
          </p:nvSpPr>
          <p:spPr>
            <a:xfrm rot="-2224800">
              <a:off x="1201320" y="409320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 rot="-2224800">
              <a:off x="1193040" y="40366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 rot="-2224800">
              <a:off x="1276200" y="40168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48" name="Google Shape;348;p25"/>
          <p:cNvGrpSpPr/>
          <p:nvPr/>
        </p:nvGrpSpPr>
        <p:grpSpPr>
          <a:xfrm>
            <a:off x="6902284" y="1246505"/>
            <a:ext cx="298101" cy="296965"/>
            <a:chOff x="6902284" y="1246505"/>
            <a:chExt cx="298101" cy="296965"/>
          </a:xfrm>
        </p:grpSpPr>
        <p:sp>
          <p:nvSpPr>
            <p:cNvPr id="349" name="Google Shape;349;p25"/>
            <p:cNvSpPr/>
            <p:nvPr/>
          </p:nvSpPr>
          <p:spPr>
            <a:xfrm rot="-2087400">
              <a:off x="6913440" y="13622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25"/>
            <p:cNvSpPr/>
            <p:nvPr/>
          </p:nvSpPr>
          <p:spPr>
            <a:xfrm rot="-2087400">
              <a:off x="6984360" y="134748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25"/>
            <p:cNvSpPr/>
            <p:nvPr/>
          </p:nvSpPr>
          <p:spPr>
            <a:xfrm rot="-2087400">
              <a:off x="6978960" y="12776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25"/>
            <p:cNvSpPr/>
            <p:nvPr/>
          </p:nvSpPr>
          <p:spPr>
            <a:xfrm rot="-2087400">
              <a:off x="7079040" y="12582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53" name="Google Shape;353;p25"/>
          <p:cNvGrpSpPr/>
          <p:nvPr/>
        </p:nvGrpSpPr>
        <p:grpSpPr>
          <a:xfrm>
            <a:off x="874532" y="2087297"/>
            <a:ext cx="252034" cy="251458"/>
            <a:chOff x="874532" y="2087297"/>
            <a:chExt cx="252034" cy="251458"/>
          </a:xfrm>
        </p:grpSpPr>
        <p:sp>
          <p:nvSpPr>
            <p:cNvPr id="354" name="Google Shape;354;p25"/>
            <p:cNvSpPr/>
            <p:nvPr/>
          </p:nvSpPr>
          <p:spPr>
            <a:xfrm rot="-2224800">
              <a:off x="884160" y="21902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5" name="Google Shape;355;p25"/>
            <p:cNvSpPr/>
            <p:nvPr/>
          </p:nvSpPr>
          <p:spPr>
            <a:xfrm rot="-2224800">
              <a:off x="945000" y="21733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6" name="Google Shape;356;p25"/>
            <p:cNvSpPr/>
            <p:nvPr/>
          </p:nvSpPr>
          <p:spPr>
            <a:xfrm rot="-2224800">
              <a:off x="936720" y="21168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7" name="Google Shape;357;p25"/>
            <p:cNvSpPr/>
            <p:nvPr/>
          </p:nvSpPr>
          <p:spPr>
            <a:xfrm rot="-2224800">
              <a:off x="1019880" y="20973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58" name="Google Shape;358;p25"/>
          <p:cNvGrpSpPr/>
          <p:nvPr/>
        </p:nvGrpSpPr>
        <p:grpSpPr>
          <a:xfrm>
            <a:off x="8278458" y="2892152"/>
            <a:ext cx="230422" cy="223259"/>
            <a:chOff x="8278458" y="2892152"/>
            <a:chExt cx="230422" cy="223259"/>
          </a:xfrm>
        </p:grpSpPr>
        <p:sp>
          <p:nvSpPr>
            <p:cNvPr id="359" name="Google Shape;359;p25"/>
            <p:cNvSpPr/>
            <p:nvPr/>
          </p:nvSpPr>
          <p:spPr>
            <a:xfrm rot="948600">
              <a:off x="8297640" y="29005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0" name="Google Shape;360;p25"/>
            <p:cNvSpPr/>
            <p:nvPr/>
          </p:nvSpPr>
          <p:spPr>
            <a:xfrm rot="948600">
              <a:off x="8293320" y="29653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1" name="Google Shape;361;p25"/>
            <p:cNvSpPr/>
            <p:nvPr/>
          </p:nvSpPr>
          <p:spPr>
            <a:xfrm rot="948600">
              <a:off x="8387640" y="28980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25"/>
            <p:cNvSpPr/>
            <p:nvPr/>
          </p:nvSpPr>
          <p:spPr>
            <a:xfrm rot="948600">
              <a:off x="8453520" y="29527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63" name="Google Shape;363;p25"/>
          <p:cNvGrpSpPr/>
          <p:nvPr/>
        </p:nvGrpSpPr>
        <p:grpSpPr>
          <a:xfrm>
            <a:off x="7927627" y="1694952"/>
            <a:ext cx="357478" cy="352571"/>
            <a:chOff x="7927627" y="1694952"/>
            <a:chExt cx="357478" cy="352571"/>
          </a:xfrm>
        </p:grpSpPr>
        <p:sp>
          <p:nvSpPr>
            <p:cNvPr id="364" name="Google Shape;364;p25"/>
            <p:cNvSpPr/>
            <p:nvPr/>
          </p:nvSpPr>
          <p:spPr>
            <a:xfrm rot="772200">
              <a:off x="7946640" y="17139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5" name="Google Shape;365;p25"/>
            <p:cNvSpPr/>
            <p:nvPr/>
          </p:nvSpPr>
          <p:spPr>
            <a:xfrm rot="772200">
              <a:off x="7947720" y="181332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6" name="Google Shape;366;p25"/>
            <p:cNvSpPr/>
            <p:nvPr/>
          </p:nvSpPr>
          <p:spPr>
            <a:xfrm rot="772200">
              <a:off x="8089200" y="170280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7" name="Google Shape;367;p25"/>
            <p:cNvSpPr/>
            <p:nvPr/>
          </p:nvSpPr>
          <p:spPr>
            <a:xfrm rot="772200">
              <a:off x="8198280" y="17841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68" name="Google Shape;368;p25"/>
          <p:cNvGrpSpPr/>
          <p:nvPr/>
        </p:nvGrpSpPr>
        <p:grpSpPr>
          <a:xfrm>
            <a:off x="6751440" y="2783880"/>
            <a:ext cx="1467000" cy="1897920"/>
            <a:chOff x="6751440" y="2783880"/>
            <a:chExt cx="1467000" cy="1897920"/>
          </a:xfrm>
        </p:grpSpPr>
        <p:sp>
          <p:nvSpPr>
            <p:cNvPr id="369" name="Google Shape;369;p25"/>
            <p:cNvSpPr/>
            <p:nvPr/>
          </p:nvSpPr>
          <p:spPr>
            <a:xfrm>
              <a:off x="7679160" y="3489120"/>
              <a:ext cx="539280" cy="1001160"/>
            </a:xfrm>
            <a:custGeom>
              <a:rect b="b" l="l" r="r" t="t"/>
              <a:pathLst>
                <a:path extrusionOk="0" h="40058" w="21591">
                  <a:moveTo>
                    <a:pt x="16280" y="0"/>
                  </a:moveTo>
                  <a:cubicBezTo>
                    <a:pt x="14961" y="0"/>
                    <a:pt x="13648" y="351"/>
                    <a:pt x="12504" y="1026"/>
                  </a:cubicBezTo>
                  <a:cubicBezTo>
                    <a:pt x="10850" y="2003"/>
                    <a:pt x="9439" y="3359"/>
                    <a:pt x="8436" y="4986"/>
                  </a:cubicBezTo>
                  <a:cubicBezTo>
                    <a:pt x="6320" y="8160"/>
                    <a:pt x="5290" y="11957"/>
                    <a:pt x="5507" y="15782"/>
                  </a:cubicBezTo>
                  <a:cubicBezTo>
                    <a:pt x="5642" y="18223"/>
                    <a:pt x="6266" y="20555"/>
                    <a:pt x="6754" y="22915"/>
                  </a:cubicBezTo>
                  <a:cubicBezTo>
                    <a:pt x="7242" y="25275"/>
                    <a:pt x="7595" y="27716"/>
                    <a:pt x="7161" y="30076"/>
                  </a:cubicBezTo>
                  <a:cubicBezTo>
                    <a:pt x="6700" y="32463"/>
                    <a:pt x="5371" y="34768"/>
                    <a:pt x="3201" y="35853"/>
                  </a:cubicBezTo>
                  <a:lnTo>
                    <a:pt x="0" y="40057"/>
                  </a:lnTo>
                  <a:cubicBezTo>
                    <a:pt x="1682" y="39488"/>
                    <a:pt x="3526" y="39379"/>
                    <a:pt x="5154" y="38674"/>
                  </a:cubicBezTo>
                  <a:cubicBezTo>
                    <a:pt x="8110" y="37399"/>
                    <a:pt x="9928" y="34334"/>
                    <a:pt x="10633" y="31215"/>
                  </a:cubicBezTo>
                  <a:cubicBezTo>
                    <a:pt x="11311" y="28069"/>
                    <a:pt x="11040" y="24841"/>
                    <a:pt x="10904" y="21640"/>
                  </a:cubicBezTo>
                  <a:cubicBezTo>
                    <a:pt x="10741" y="18440"/>
                    <a:pt x="10714" y="15131"/>
                    <a:pt x="11854" y="12147"/>
                  </a:cubicBezTo>
                  <a:cubicBezTo>
                    <a:pt x="12396" y="10737"/>
                    <a:pt x="13210" y="9380"/>
                    <a:pt x="14457" y="8540"/>
                  </a:cubicBezTo>
                  <a:cubicBezTo>
                    <a:pt x="15569" y="7807"/>
                    <a:pt x="16953" y="7536"/>
                    <a:pt x="18200" y="7048"/>
                  </a:cubicBezTo>
                  <a:cubicBezTo>
                    <a:pt x="19475" y="6587"/>
                    <a:pt x="20750" y="5746"/>
                    <a:pt x="21076" y="4444"/>
                  </a:cubicBezTo>
                  <a:cubicBezTo>
                    <a:pt x="21591" y="2572"/>
                    <a:pt x="19882" y="728"/>
                    <a:pt x="18038" y="213"/>
                  </a:cubicBezTo>
                  <a:cubicBezTo>
                    <a:pt x="17460" y="70"/>
                    <a:pt x="16869" y="0"/>
                    <a:pt x="16280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7848000" y="3489480"/>
              <a:ext cx="365760" cy="204480"/>
            </a:xfrm>
            <a:custGeom>
              <a:rect b="b" l="l" r="r" t="t"/>
              <a:pathLst>
                <a:path extrusionOk="0" h="8188" w="14648">
                  <a:moveTo>
                    <a:pt x="9532" y="0"/>
                  </a:moveTo>
                  <a:cubicBezTo>
                    <a:pt x="8218" y="0"/>
                    <a:pt x="6913" y="351"/>
                    <a:pt x="5750" y="1026"/>
                  </a:cubicBezTo>
                  <a:cubicBezTo>
                    <a:pt x="4096" y="2003"/>
                    <a:pt x="2713" y="3359"/>
                    <a:pt x="1682" y="4987"/>
                  </a:cubicBezTo>
                  <a:cubicBezTo>
                    <a:pt x="1004" y="5990"/>
                    <a:pt x="434" y="7048"/>
                    <a:pt x="0" y="8187"/>
                  </a:cubicBezTo>
                  <a:cubicBezTo>
                    <a:pt x="1845" y="5285"/>
                    <a:pt x="4611" y="3034"/>
                    <a:pt x="7839" y="1813"/>
                  </a:cubicBezTo>
                  <a:cubicBezTo>
                    <a:pt x="8544" y="1536"/>
                    <a:pt x="9295" y="1376"/>
                    <a:pt x="10050" y="1376"/>
                  </a:cubicBezTo>
                  <a:cubicBezTo>
                    <a:pt x="10108" y="1376"/>
                    <a:pt x="10167" y="1377"/>
                    <a:pt x="10226" y="1379"/>
                  </a:cubicBezTo>
                  <a:cubicBezTo>
                    <a:pt x="11040" y="1406"/>
                    <a:pt x="11799" y="1840"/>
                    <a:pt x="12260" y="2518"/>
                  </a:cubicBezTo>
                  <a:cubicBezTo>
                    <a:pt x="12586" y="3115"/>
                    <a:pt x="12667" y="3902"/>
                    <a:pt x="13264" y="4227"/>
                  </a:cubicBezTo>
                  <a:cubicBezTo>
                    <a:pt x="13410" y="4290"/>
                    <a:pt x="13564" y="4320"/>
                    <a:pt x="13718" y="4320"/>
                  </a:cubicBezTo>
                  <a:cubicBezTo>
                    <a:pt x="13965" y="4320"/>
                    <a:pt x="14213" y="4242"/>
                    <a:pt x="14430" y="4091"/>
                  </a:cubicBezTo>
                  <a:cubicBezTo>
                    <a:pt x="14647" y="2356"/>
                    <a:pt x="13020" y="701"/>
                    <a:pt x="11284" y="213"/>
                  </a:cubicBezTo>
                  <a:cubicBezTo>
                    <a:pt x="10706" y="70"/>
                    <a:pt x="10118" y="0"/>
                    <a:pt x="9532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6751440" y="3573720"/>
              <a:ext cx="1222200" cy="1096920"/>
            </a:xfrm>
            <a:custGeom>
              <a:rect b="b" l="l" r="r" t="t"/>
              <a:pathLst>
                <a:path extrusionOk="0" h="43896" w="48906">
                  <a:moveTo>
                    <a:pt x="16438" y="0"/>
                  </a:moveTo>
                  <a:cubicBezTo>
                    <a:pt x="13156" y="6673"/>
                    <a:pt x="10335" y="14430"/>
                    <a:pt x="9115" y="21699"/>
                  </a:cubicBezTo>
                  <a:cubicBezTo>
                    <a:pt x="8898" y="22540"/>
                    <a:pt x="8626" y="23354"/>
                    <a:pt x="8328" y="24167"/>
                  </a:cubicBezTo>
                  <a:cubicBezTo>
                    <a:pt x="7623" y="26147"/>
                    <a:pt x="7162" y="28182"/>
                    <a:pt x="6890" y="30270"/>
                  </a:cubicBezTo>
                  <a:cubicBezTo>
                    <a:pt x="6511" y="33417"/>
                    <a:pt x="7107" y="36265"/>
                    <a:pt x="7813" y="39357"/>
                  </a:cubicBezTo>
                  <a:cubicBezTo>
                    <a:pt x="6728" y="39275"/>
                    <a:pt x="6294" y="39302"/>
                    <a:pt x="4449" y="39221"/>
                  </a:cubicBezTo>
                  <a:cubicBezTo>
                    <a:pt x="4363" y="39218"/>
                    <a:pt x="4277" y="39217"/>
                    <a:pt x="4191" y="39217"/>
                  </a:cubicBezTo>
                  <a:cubicBezTo>
                    <a:pt x="3410" y="39217"/>
                    <a:pt x="2630" y="39329"/>
                    <a:pt x="1872" y="39574"/>
                  </a:cubicBezTo>
                  <a:cubicBezTo>
                    <a:pt x="1411" y="39709"/>
                    <a:pt x="1004" y="40008"/>
                    <a:pt x="733" y="40415"/>
                  </a:cubicBezTo>
                  <a:cubicBezTo>
                    <a:pt x="1" y="41527"/>
                    <a:pt x="788" y="42666"/>
                    <a:pt x="1764" y="43073"/>
                  </a:cubicBezTo>
                  <a:cubicBezTo>
                    <a:pt x="2496" y="43371"/>
                    <a:pt x="3310" y="43371"/>
                    <a:pt x="4097" y="43371"/>
                  </a:cubicBezTo>
                  <a:cubicBezTo>
                    <a:pt x="5814" y="43382"/>
                    <a:pt x="7235" y="43408"/>
                    <a:pt x="8565" y="43408"/>
                  </a:cubicBezTo>
                  <a:cubicBezTo>
                    <a:pt x="10407" y="43408"/>
                    <a:pt x="12073" y="43359"/>
                    <a:pt x="14105" y="43154"/>
                  </a:cubicBezTo>
                  <a:cubicBezTo>
                    <a:pt x="14485" y="43018"/>
                    <a:pt x="14838" y="42856"/>
                    <a:pt x="15163" y="42639"/>
                  </a:cubicBezTo>
                  <a:lnTo>
                    <a:pt x="15190" y="42612"/>
                  </a:lnTo>
                  <a:cubicBezTo>
                    <a:pt x="17550" y="43561"/>
                    <a:pt x="20208" y="43859"/>
                    <a:pt x="22785" y="43886"/>
                  </a:cubicBezTo>
                  <a:cubicBezTo>
                    <a:pt x="23376" y="43891"/>
                    <a:pt x="23963" y="43895"/>
                    <a:pt x="24547" y="43895"/>
                  </a:cubicBezTo>
                  <a:cubicBezTo>
                    <a:pt x="27612" y="43895"/>
                    <a:pt x="30596" y="43776"/>
                    <a:pt x="33580" y="42910"/>
                  </a:cubicBezTo>
                  <a:cubicBezTo>
                    <a:pt x="33716" y="42883"/>
                    <a:pt x="33879" y="42829"/>
                    <a:pt x="34014" y="42774"/>
                  </a:cubicBezTo>
                  <a:cubicBezTo>
                    <a:pt x="34258" y="42937"/>
                    <a:pt x="34530" y="43073"/>
                    <a:pt x="34801" y="43154"/>
                  </a:cubicBezTo>
                  <a:cubicBezTo>
                    <a:pt x="36849" y="43359"/>
                    <a:pt x="38512" y="43408"/>
                    <a:pt x="40349" y="43408"/>
                  </a:cubicBezTo>
                  <a:cubicBezTo>
                    <a:pt x="41676" y="43408"/>
                    <a:pt x="43092" y="43382"/>
                    <a:pt x="44810" y="43371"/>
                  </a:cubicBezTo>
                  <a:cubicBezTo>
                    <a:pt x="45596" y="43371"/>
                    <a:pt x="46410" y="43371"/>
                    <a:pt x="47142" y="43073"/>
                  </a:cubicBezTo>
                  <a:cubicBezTo>
                    <a:pt x="48119" y="42666"/>
                    <a:pt x="48905" y="41527"/>
                    <a:pt x="48200" y="40442"/>
                  </a:cubicBezTo>
                  <a:cubicBezTo>
                    <a:pt x="47902" y="40008"/>
                    <a:pt x="47468" y="39709"/>
                    <a:pt x="47007" y="39574"/>
                  </a:cubicBezTo>
                  <a:cubicBezTo>
                    <a:pt x="46322" y="39329"/>
                    <a:pt x="45616" y="39217"/>
                    <a:pt x="44908" y="39217"/>
                  </a:cubicBezTo>
                  <a:cubicBezTo>
                    <a:pt x="44830" y="39217"/>
                    <a:pt x="44752" y="39218"/>
                    <a:pt x="44674" y="39221"/>
                  </a:cubicBezTo>
                  <a:cubicBezTo>
                    <a:pt x="43074" y="39275"/>
                    <a:pt x="42206" y="39248"/>
                    <a:pt x="41094" y="39357"/>
                  </a:cubicBezTo>
                  <a:cubicBezTo>
                    <a:pt x="41826" y="36265"/>
                    <a:pt x="42423" y="33417"/>
                    <a:pt x="42043" y="30270"/>
                  </a:cubicBezTo>
                  <a:cubicBezTo>
                    <a:pt x="41799" y="28372"/>
                    <a:pt x="41446" y="26175"/>
                    <a:pt x="40660" y="24357"/>
                  </a:cubicBezTo>
                  <a:cubicBezTo>
                    <a:pt x="40307" y="23516"/>
                    <a:pt x="40036" y="22648"/>
                    <a:pt x="39819" y="21753"/>
                  </a:cubicBezTo>
                  <a:cubicBezTo>
                    <a:pt x="38001" y="14104"/>
                    <a:pt x="36211" y="8598"/>
                    <a:pt x="33201" y="1085"/>
                  </a:cubicBezTo>
                  <a:lnTo>
                    <a:pt x="16438" y="0"/>
                  </a:ln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7123320" y="4328280"/>
              <a:ext cx="83160" cy="315720"/>
            </a:xfrm>
            <a:custGeom>
              <a:rect b="b" l="l" r="r" t="t"/>
              <a:pathLst>
                <a:path extrusionOk="0" h="12636" w="3347">
                  <a:moveTo>
                    <a:pt x="3124" y="0"/>
                  </a:moveTo>
                  <a:cubicBezTo>
                    <a:pt x="3058" y="0"/>
                    <a:pt x="2998" y="35"/>
                    <a:pt x="2977" y="118"/>
                  </a:cubicBezTo>
                  <a:cubicBezTo>
                    <a:pt x="2516" y="3400"/>
                    <a:pt x="1865" y="6628"/>
                    <a:pt x="997" y="9829"/>
                  </a:cubicBezTo>
                  <a:cubicBezTo>
                    <a:pt x="862" y="10263"/>
                    <a:pt x="753" y="10697"/>
                    <a:pt x="618" y="11131"/>
                  </a:cubicBezTo>
                  <a:cubicBezTo>
                    <a:pt x="563" y="11348"/>
                    <a:pt x="482" y="11565"/>
                    <a:pt x="428" y="11809"/>
                  </a:cubicBezTo>
                  <a:cubicBezTo>
                    <a:pt x="401" y="11999"/>
                    <a:pt x="292" y="12188"/>
                    <a:pt x="129" y="12351"/>
                  </a:cubicBezTo>
                  <a:cubicBezTo>
                    <a:pt x="0" y="12459"/>
                    <a:pt x="128" y="12635"/>
                    <a:pt x="267" y="12635"/>
                  </a:cubicBezTo>
                  <a:cubicBezTo>
                    <a:pt x="303" y="12635"/>
                    <a:pt x="340" y="12623"/>
                    <a:pt x="374" y="12595"/>
                  </a:cubicBezTo>
                  <a:lnTo>
                    <a:pt x="401" y="12568"/>
                  </a:lnTo>
                  <a:cubicBezTo>
                    <a:pt x="645" y="12324"/>
                    <a:pt x="780" y="11999"/>
                    <a:pt x="835" y="11673"/>
                  </a:cubicBezTo>
                  <a:cubicBezTo>
                    <a:pt x="970" y="11266"/>
                    <a:pt x="1079" y="10859"/>
                    <a:pt x="1187" y="10453"/>
                  </a:cubicBezTo>
                  <a:cubicBezTo>
                    <a:pt x="1404" y="9639"/>
                    <a:pt x="1621" y="8825"/>
                    <a:pt x="1811" y="8011"/>
                  </a:cubicBezTo>
                  <a:cubicBezTo>
                    <a:pt x="2218" y="6357"/>
                    <a:pt x="2571" y="4702"/>
                    <a:pt x="2869" y="3048"/>
                  </a:cubicBezTo>
                  <a:cubicBezTo>
                    <a:pt x="3032" y="2098"/>
                    <a:pt x="3194" y="1149"/>
                    <a:pt x="3330" y="227"/>
                  </a:cubicBezTo>
                  <a:cubicBezTo>
                    <a:pt x="3347" y="93"/>
                    <a:pt x="3229" y="0"/>
                    <a:pt x="3124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7515720" y="4328280"/>
              <a:ext cx="82800" cy="315000"/>
            </a:xfrm>
            <a:custGeom>
              <a:rect b="b" l="l" r="r" t="t"/>
              <a:pathLst>
                <a:path extrusionOk="0" h="12608" w="3331">
                  <a:moveTo>
                    <a:pt x="226" y="0"/>
                  </a:moveTo>
                  <a:cubicBezTo>
                    <a:pt x="125" y="0"/>
                    <a:pt x="1" y="93"/>
                    <a:pt x="1" y="227"/>
                  </a:cubicBezTo>
                  <a:cubicBezTo>
                    <a:pt x="489" y="3563"/>
                    <a:pt x="1167" y="6872"/>
                    <a:pt x="2089" y="10154"/>
                  </a:cubicBezTo>
                  <a:cubicBezTo>
                    <a:pt x="2225" y="10588"/>
                    <a:pt x="2333" y="11049"/>
                    <a:pt x="2469" y="11483"/>
                  </a:cubicBezTo>
                  <a:cubicBezTo>
                    <a:pt x="2577" y="11836"/>
                    <a:pt x="2659" y="12324"/>
                    <a:pt x="2957" y="12568"/>
                  </a:cubicBezTo>
                  <a:cubicBezTo>
                    <a:pt x="2991" y="12596"/>
                    <a:pt x="3027" y="12608"/>
                    <a:pt x="3064" y="12608"/>
                  </a:cubicBezTo>
                  <a:cubicBezTo>
                    <a:pt x="3203" y="12608"/>
                    <a:pt x="3330" y="12432"/>
                    <a:pt x="3201" y="12324"/>
                  </a:cubicBezTo>
                  <a:cubicBezTo>
                    <a:pt x="2930" y="12107"/>
                    <a:pt x="2849" y="11646"/>
                    <a:pt x="2767" y="11321"/>
                  </a:cubicBezTo>
                  <a:cubicBezTo>
                    <a:pt x="2659" y="10914"/>
                    <a:pt x="2550" y="10534"/>
                    <a:pt x="2442" y="10127"/>
                  </a:cubicBezTo>
                  <a:cubicBezTo>
                    <a:pt x="2198" y="9340"/>
                    <a:pt x="2008" y="8527"/>
                    <a:pt x="1791" y="7713"/>
                  </a:cubicBezTo>
                  <a:cubicBezTo>
                    <a:pt x="1411" y="6113"/>
                    <a:pt x="1058" y="4512"/>
                    <a:pt x="787" y="2885"/>
                  </a:cubicBezTo>
                  <a:cubicBezTo>
                    <a:pt x="624" y="1963"/>
                    <a:pt x="489" y="1041"/>
                    <a:pt x="353" y="118"/>
                  </a:cubicBezTo>
                  <a:cubicBezTo>
                    <a:pt x="343" y="35"/>
                    <a:pt x="289" y="0"/>
                    <a:pt x="226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7149600" y="3573720"/>
              <a:ext cx="621360" cy="616680"/>
            </a:xfrm>
            <a:custGeom>
              <a:rect b="b" l="l" r="r" t="t"/>
              <a:pathLst>
                <a:path extrusionOk="0" h="24683" w="24874">
                  <a:moveTo>
                    <a:pt x="543" y="0"/>
                  </a:moveTo>
                  <a:cubicBezTo>
                    <a:pt x="353" y="353"/>
                    <a:pt x="163" y="732"/>
                    <a:pt x="1" y="1112"/>
                  </a:cubicBezTo>
                  <a:cubicBezTo>
                    <a:pt x="2116" y="2116"/>
                    <a:pt x="4422" y="2712"/>
                    <a:pt x="6782" y="2929"/>
                  </a:cubicBezTo>
                  <a:cubicBezTo>
                    <a:pt x="8192" y="3079"/>
                    <a:pt x="9609" y="3126"/>
                    <a:pt x="11030" y="3126"/>
                  </a:cubicBezTo>
                  <a:cubicBezTo>
                    <a:pt x="12450" y="3126"/>
                    <a:pt x="13874" y="3079"/>
                    <a:pt x="15298" y="3038"/>
                  </a:cubicBezTo>
                  <a:cubicBezTo>
                    <a:pt x="15342" y="3033"/>
                    <a:pt x="15386" y="3031"/>
                    <a:pt x="15430" y="3031"/>
                  </a:cubicBezTo>
                  <a:cubicBezTo>
                    <a:pt x="15638" y="3031"/>
                    <a:pt x="15857" y="3079"/>
                    <a:pt x="16058" y="3146"/>
                  </a:cubicBezTo>
                  <a:cubicBezTo>
                    <a:pt x="16492" y="3336"/>
                    <a:pt x="16709" y="3825"/>
                    <a:pt x="16872" y="4286"/>
                  </a:cubicBezTo>
                  <a:lnTo>
                    <a:pt x="22975" y="20723"/>
                  </a:lnTo>
                  <a:cubicBezTo>
                    <a:pt x="23463" y="22106"/>
                    <a:pt x="24032" y="23516"/>
                    <a:pt x="24873" y="24683"/>
                  </a:cubicBezTo>
                  <a:cubicBezTo>
                    <a:pt x="24819" y="24574"/>
                    <a:pt x="24792" y="24466"/>
                    <a:pt x="24738" y="24330"/>
                  </a:cubicBezTo>
                  <a:cubicBezTo>
                    <a:pt x="24385" y="23489"/>
                    <a:pt x="24114" y="22621"/>
                    <a:pt x="23924" y="21753"/>
                  </a:cubicBezTo>
                  <a:cubicBezTo>
                    <a:pt x="22107" y="14077"/>
                    <a:pt x="20316" y="8571"/>
                    <a:pt x="17306" y="1058"/>
                  </a:cubicBezTo>
                  <a:lnTo>
                    <a:pt x="543" y="0"/>
                  </a:ln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7138800" y="4222440"/>
              <a:ext cx="449280" cy="448920"/>
            </a:xfrm>
            <a:custGeom>
              <a:rect b="b" l="l" r="r" t="t"/>
              <a:pathLst>
                <a:path extrusionOk="0" h="17964" w="17984">
                  <a:moveTo>
                    <a:pt x="5425" y="1"/>
                  </a:moveTo>
                  <a:cubicBezTo>
                    <a:pt x="4639" y="1031"/>
                    <a:pt x="4747" y="2442"/>
                    <a:pt x="4720" y="3744"/>
                  </a:cubicBezTo>
                  <a:cubicBezTo>
                    <a:pt x="4666" y="4747"/>
                    <a:pt x="4530" y="5751"/>
                    <a:pt x="4286" y="6754"/>
                  </a:cubicBezTo>
                  <a:cubicBezTo>
                    <a:pt x="4205" y="7270"/>
                    <a:pt x="3988" y="7785"/>
                    <a:pt x="3689" y="8219"/>
                  </a:cubicBezTo>
                  <a:cubicBezTo>
                    <a:pt x="3449" y="8539"/>
                    <a:pt x="3062" y="8727"/>
                    <a:pt x="2668" y="8727"/>
                  </a:cubicBezTo>
                  <a:cubicBezTo>
                    <a:pt x="2528" y="8727"/>
                    <a:pt x="2387" y="8703"/>
                    <a:pt x="2252" y="8653"/>
                  </a:cubicBezTo>
                  <a:cubicBezTo>
                    <a:pt x="1655" y="11393"/>
                    <a:pt x="896" y="14105"/>
                    <a:pt x="1" y="16763"/>
                  </a:cubicBezTo>
                  <a:lnTo>
                    <a:pt x="1" y="16790"/>
                  </a:lnTo>
                  <a:cubicBezTo>
                    <a:pt x="2306" y="17631"/>
                    <a:pt x="4829" y="17929"/>
                    <a:pt x="7297" y="17957"/>
                  </a:cubicBezTo>
                  <a:cubicBezTo>
                    <a:pt x="7820" y="17960"/>
                    <a:pt x="8340" y="17964"/>
                    <a:pt x="8857" y="17964"/>
                  </a:cubicBezTo>
                  <a:cubicBezTo>
                    <a:pt x="11958" y="17964"/>
                    <a:pt x="14958" y="17844"/>
                    <a:pt x="17957" y="17007"/>
                  </a:cubicBezTo>
                  <a:cubicBezTo>
                    <a:pt x="17984" y="16627"/>
                    <a:pt x="17957" y="16275"/>
                    <a:pt x="17875" y="15922"/>
                  </a:cubicBezTo>
                  <a:cubicBezTo>
                    <a:pt x="17062" y="11962"/>
                    <a:pt x="14729" y="8436"/>
                    <a:pt x="14295" y="4449"/>
                  </a:cubicBezTo>
                  <a:cubicBezTo>
                    <a:pt x="14214" y="3717"/>
                    <a:pt x="14105" y="2849"/>
                    <a:pt x="13481" y="2496"/>
                  </a:cubicBezTo>
                  <a:cubicBezTo>
                    <a:pt x="12098" y="5642"/>
                    <a:pt x="11176" y="8979"/>
                    <a:pt x="10769" y="12369"/>
                  </a:cubicBezTo>
                  <a:cubicBezTo>
                    <a:pt x="10660" y="13671"/>
                    <a:pt x="10498" y="14946"/>
                    <a:pt x="10226" y="16193"/>
                  </a:cubicBezTo>
                  <a:cubicBezTo>
                    <a:pt x="10199" y="16383"/>
                    <a:pt x="10118" y="16546"/>
                    <a:pt x="9982" y="16682"/>
                  </a:cubicBezTo>
                  <a:cubicBezTo>
                    <a:pt x="9792" y="16844"/>
                    <a:pt x="9575" y="16953"/>
                    <a:pt x="9304" y="16953"/>
                  </a:cubicBezTo>
                  <a:cubicBezTo>
                    <a:pt x="9041" y="16985"/>
                    <a:pt x="8762" y="17010"/>
                    <a:pt x="8486" y="17010"/>
                  </a:cubicBezTo>
                  <a:cubicBezTo>
                    <a:pt x="7819" y="17010"/>
                    <a:pt x="7165" y="16866"/>
                    <a:pt x="6782" y="16329"/>
                  </a:cubicBezTo>
                  <a:cubicBezTo>
                    <a:pt x="6592" y="16031"/>
                    <a:pt x="6483" y="15678"/>
                    <a:pt x="6456" y="15298"/>
                  </a:cubicBezTo>
                  <a:cubicBezTo>
                    <a:pt x="6049" y="12315"/>
                    <a:pt x="5778" y="9304"/>
                    <a:pt x="5697" y="6293"/>
                  </a:cubicBezTo>
                  <a:lnTo>
                    <a:pt x="5425" y="1"/>
                  </a:ln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6" name="Google Shape;376;p25"/>
            <p:cNvSpPr/>
            <p:nvPr/>
          </p:nvSpPr>
          <p:spPr>
            <a:xfrm>
              <a:off x="7098840" y="3998880"/>
              <a:ext cx="191520" cy="679320"/>
            </a:xfrm>
            <a:custGeom>
              <a:rect b="b" l="l" r="r" t="t"/>
              <a:pathLst>
                <a:path extrusionOk="0" h="27180" w="7677">
                  <a:moveTo>
                    <a:pt x="0" y="1"/>
                  </a:moveTo>
                  <a:lnTo>
                    <a:pt x="1357" y="7460"/>
                  </a:lnTo>
                  <a:cubicBezTo>
                    <a:pt x="2279" y="12505"/>
                    <a:pt x="3201" y="17577"/>
                    <a:pt x="4937" y="22405"/>
                  </a:cubicBezTo>
                  <a:cubicBezTo>
                    <a:pt x="5018" y="22649"/>
                    <a:pt x="4883" y="22920"/>
                    <a:pt x="4639" y="22975"/>
                  </a:cubicBezTo>
                  <a:cubicBezTo>
                    <a:pt x="3418" y="23300"/>
                    <a:pt x="2333" y="24873"/>
                    <a:pt x="2414" y="26121"/>
                  </a:cubicBezTo>
                  <a:cubicBezTo>
                    <a:pt x="2387" y="26338"/>
                    <a:pt x="2469" y="26555"/>
                    <a:pt x="2631" y="26718"/>
                  </a:cubicBezTo>
                  <a:cubicBezTo>
                    <a:pt x="2794" y="26908"/>
                    <a:pt x="3038" y="27043"/>
                    <a:pt x="3309" y="27097"/>
                  </a:cubicBezTo>
                  <a:cubicBezTo>
                    <a:pt x="4150" y="27150"/>
                    <a:pt x="5002" y="27180"/>
                    <a:pt x="5851" y="27180"/>
                  </a:cubicBezTo>
                  <a:cubicBezTo>
                    <a:pt x="6317" y="27180"/>
                    <a:pt x="6781" y="27171"/>
                    <a:pt x="7242" y="27152"/>
                  </a:cubicBezTo>
                  <a:cubicBezTo>
                    <a:pt x="7487" y="27152"/>
                    <a:pt x="7676" y="26935"/>
                    <a:pt x="7676" y="26691"/>
                  </a:cubicBezTo>
                  <a:cubicBezTo>
                    <a:pt x="7351" y="19503"/>
                    <a:pt x="7324" y="11637"/>
                    <a:pt x="6998" y="447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7425720" y="3998880"/>
              <a:ext cx="191520" cy="679320"/>
            </a:xfrm>
            <a:custGeom>
              <a:rect b="b" l="l" r="r" t="t"/>
              <a:pathLst>
                <a:path extrusionOk="0" h="27180" w="7677">
                  <a:moveTo>
                    <a:pt x="7676" y="1"/>
                  </a:moveTo>
                  <a:lnTo>
                    <a:pt x="678" y="4476"/>
                  </a:lnTo>
                  <a:cubicBezTo>
                    <a:pt x="353" y="11637"/>
                    <a:pt x="326" y="19503"/>
                    <a:pt x="0" y="26691"/>
                  </a:cubicBezTo>
                  <a:cubicBezTo>
                    <a:pt x="0" y="26935"/>
                    <a:pt x="190" y="27152"/>
                    <a:pt x="434" y="27152"/>
                  </a:cubicBezTo>
                  <a:cubicBezTo>
                    <a:pt x="895" y="27171"/>
                    <a:pt x="1360" y="27180"/>
                    <a:pt x="1825" y="27180"/>
                  </a:cubicBezTo>
                  <a:cubicBezTo>
                    <a:pt x="2674" y="27180"/>
                    <a:pt x="3526" y="27150"/>
                    <a:pt x="4367" y="27097"/>
                  </a:cubicBezTo>
                  <a:cubicBezTo>
                    <a:pt x="4638" y="27043"/>
                    <a:pt x="4882" y="26908"/>
                    <a:pt x="5045" y="26718"/>
                  </a:cubicBezTo>
                  <a:cubicBezTo>
                    <a:pt x="5208" y="26555"/>
                    <a:pt x="5262" y="26338"/>
                    <a:pt x="5262" y="26121"/>
                  </a:cubicBezTo>
                  <a:cubicBezTo>
                    <a:pt x="5343" y="24873"/>
                    <a:pt x="4258" y="23300"/>
                    <a:pt x="3038" y="22975"/>
                  </a:cubicBezTo>
                  <a:cubicBezTo>
                    <a:pt x="2794" y="22920"/>
                    <a:pt x="2658" y="22649"/>
                    <a:pt x="2740" y="22405"/>
                  </a:cubicBezTo>
                  <a:cubicBezTo>
                    <a:pt x="4475" y="17577"/>
                    <a:pt x="5398" y="12505"/>
                    <a:pt x="6320" y="7460"/>
                  </a:cubicBezTo>
                  <a:lnTo>
                    <a:pt x="7676" y="1"/>
                  </a:ln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7092720" y="3993480"/>
              <a:ext cx="202680" cy="687600"/>
            </a:xfrm>
            <a:custGeom>
              <a:rect b="b" l="l" r="r" t="t"/>
              <a:pathLst>
                <a:path extrusionOk="0" h="27524" w="8127">
                  <a:moveTo>
                    <a:pt x="209" y="1"/>
                  </a:moveTo>
                  <a:cubicBezTo>
                    <a:pt x="107" y="1"/>
                    <a:pt x="0" y="82"/>
                    <a:pt x="16" y="210"/>
                  </a:cubicBezTo>
                  <a:cubicBezTo>
                    <a:pt x="749" y="4224"/>
                    <a:pt x="1454" y="8238"/>
                    <a:pt x="2241" y="12226"/>
                  </a:cubicBezTo>
                  <a:cubicBezTo>
                    <a:pt x="2620" y="14178"/>
                    <a:pt x="3027" y="16104"/>
                    <a:pt x="3542" y="18003"/>
                  </a:cubicBezTo>
                  <a:cubicBezTo>
                    <a:pt x="3787" y="18952"/>
                    <a:pt x="4058" y="19929"/>
                    <a:pt x="4383" y="20878"/>
                  </a:cubicBezTo>
                  <a:cubicBezTo>
                    <a:pt x="4519" y="21339"/>
                    <a:pt x="4682" y="21800"/>
                    <a:pt x="4817" y="22261"/>
                  </a:cubicBezTo>
                  <a:cubicBezTo>
                    <a:pt x="4899" y="22424"/>
                    <a:pt x="5061" y="22695"/>
                    <a:pt x="4953" y="22885"/>
                  </a:cubicBezTo>
                  <a:cubicBezTo>
                    <a:pt x="4844" y="23075"/>
                    <a:pt x="4655" y="23048"/>
                    <a:pt x="4492" y="23102"/>
                  </a:cubicBezTo>
                  <a:cubicBezTo>
                    <a:pt x="3841" y="23401"/>
                    <a:pt x="3325" y="23889"/>
                    <a:pt x="2946" y="24513"/>
                  </a:cubicBezTo>
                  <a:cubicBezTo>
                    <a:pt x="2566" y="25109"/>
                    <a:pt x="2403" y="25787"/>
                    <a:pt x="2457" y="26493"/>
                  </a:cubicBezTo>
                  <a:cubicBezTo>
                    <a:pt x="2512" y="26845"/>
                    <a:pt x="2756" y="27144"/>
                    <a:pt x="3081" y="27306"/>
                  </a:cubicBezTo>
                  <a:cubicBezTo>
                    <a:pt x="3399" y="27443"/>
                    <a:pt x="3756" y="27503"/>
                    <a:pt x="4102" y="27503"/>
                  </a:cubicBezTo>
                  <a:cubicBezTo>
                    <a:pt x="4169" y="27503"/>
                    <a:pt x="4236" y="27501"/>
                    <a:pt x="4302" y="27496"/>
                  </a:cubicBezTo>
                  <a:cubicBezTo>
                    <a:pt x="5116" y="27523"/>
                    <a:pt x="5929" y="27523"/>
                    <a:pt x="6716" y="27523"/>
                  </a:cubicBezTo>
                  <a:lnTo>
                    <a:pt x="7286" y="27523"/>
                  </a:lnTo>
                  <a:cubicBezTo>
                    <a:pt x="7448" y="27523"/>
                    <a:pt x="7611" y="27496"/>
                    <a:pt x="7747" y="27442"/>
                  </a:cubicBezTo>
                  <a:cubicBezTo>
                    <a:pt x="8126" y="27225"/>
                    <a:pt x="8045" y="26818"/>
                    <a:pt x="8045" y="26466"/>
                  </a:cubicBezTo>
                  <a:cubicBezTo>
                    <a:pt x="7991" y="25516"/>
                    <a:pt x="7964" y="24567"/>
                    <a:pt x="7937" y="23618"/>
                  </a:cubicBezTo>
                  <a:cubicBezTo>
                    <a:pt x="7855" y="21665"/>
                    <a:pt x="7801" y="19685"/>
                    <a:pt x="7774" y="17732"/>
                  </a:cubicBezTo>
                  <a:cubicBezTo>
                    <a:pt x="7665" y="13853"/>
                    <a:pt x="7584" y="9947"/>
                    <a:pt x="7421" y="6041"/>
                  </a:cubicBezTo>
                  <a:cubicBezTo>
                    <a:pt x="7421" y="5580"/>
                    <a:pt x="7394" y="5119"/>
                    <a:pt x="7367" y="4658"/>
                  </a:cubicBezTo>
                  <a:cubicBezTo>
                    <a:pt x="7367" y="4550"/>
                    <a:pt x="7279" y="4495"/>
                    <a:pt x="7191" y="4495"/>
                  </a:cubicBezTo>
                  <a:cubicBezTo>
                    <a:pt x="7102" y="4495"/>
                    <a:pt x="7014" y="4550"/>
                    <a:pt x="7014" y="4658"/>
                  </a:cubicBezTo>
                  <a:lnTo>
                    <a:pt x="7069" y="4685"/>
                  </a:lnTo>
                  <a:cubicBezTo>
                    <a:pt x="7231" y="8455"/>
                    <a:pt x="7313" y="12226"/>
                    <a:pt x="7394" y="15996"/>
                  </a:cubicBezTo>
                  <a:cubicBezTo>
                    <a:pt x="7448" y="17894"/>
                    <a:pt x="7475" y="19793"/>
                    <a:pt x="7530" y="21692"/>
                  </a:cubicBezTo>
                  <a:cubicBezTo>
                    <a:pt x="7557" y="22614"/>
                    <a:pt x="7584" y="23563"/>
                    <a:pt x="7638" y="24486"/>
                  </a:cubicBezTo>
                  <a:cubicBezTo>
                    <a:pt x="7638" y="24974"/>
                    <a:pt x="7665" y="25435"/>
                    <a:pt x="7692" y="25896"/>
                  </a:cubicBezTo>
                  <a:cubicBezTo>
                    <a:pt x="7692" y="26113"/>
                    <a:pt x="7692" y="26330"/>
                    <a:pt x="7720" y="26547"/>
                  </a:cubicBezTo>
                  <a:cubicBezTo>
                    <a:pt x="7720" y="26791"/>
                    <a:pt x="7801" y="27035"/>
                    <a:pt x="7584" y="27171"/>
                  </a:cubicBezTo>
                  <a:cubicBezTo>
                    <a:pt x="7469" y="27190"/>
                    <a:pt x="7354" y="27209"/>
                    <a:pt x="7239" y="27209"/>
                  </a:cubicBezTo>
                  <a:cubicBezTo>
                    <a:pt x="7191" y="27209"/>
                    <a:pt x="7143" y="27206"/>
                    <a:pt x="7096" y="27198"/>
                  </a:cubicBezTo>
                  <a:lnTo>
                    <a:pt x="5441" y="27198"/>
                  </a:lnTo>
                  <a:cubicBezTo>
                    <a:pt x="5007" y="27198"/>
                    <a:pt x="4573" y="27171"/>
                    <a:pt x="4166" y="27171"/>
                  </a:cubicBezTo>
                  <a:cubicBezTo>
                    <a:pt x="3732" y="27144"/>
                    <a:pt x="3271" y="27171"/>
                    <a:pt x="2946" y="26791"/>
                  </a:cubicBezTo>
                  <a:cubicBezTo>
                    <a:pt x="2729" y="26547"/>
                    <a:pt x="2756" y="26086"/>
                    <a:pt x="2837" y="25787"/>
                  </a:cubicBezTo>
                  <a:cubicBezTo>
                    <a:pt x="2891" y="25435"/>
                    <a:pt x="3027" y="25082"/>
                    <a:pt x="3217" y="24784"/>
                  </a:cubicBezTo>
                  <a:cubicBezTo>
                    <a:pt x="3542" y="24160"/>
                    <a:pt x="4085" y="23645"/>
                    <a:pt x="4763" y="23373"/>
                  </a:cubicBezTo>
                  <a:cubicBezTo>
                    <a:pt x="5061" y="23292"/>
                    <a:pt x="5333" y="23156"/>
                    <a:pt x="5333" y="22777"/>
                  </a:cubicBezTo>
                  <a:cubicBezTo>
                    <a:pt x="5305" y="22587"/>
                    <a:pt x="5278" y="22424"/>
                    <a:pt x="5197" y="22261"/>
                  </a:cubicBezTo>
                  <a:cubicBezTo>
                    <a:pt x="5116" y="22017"/>
                    <a:pt x="5034" y="21773"/>
                    <a:pt x="4953" y="21529"/>
                  </a:cubicBezTo>
                  <a:cubicBezTo>
                    <a:pt x="4655" y="20607"/>
                    <a:pt x="4356" y="19712"/>
                    <a:pt x="4112" y="18790"/>
                  </a:cubicBezTo>
                  <a:cubicBezTo>
                    <a:pt x="3597" y="16918"/>
                    <a:pt x="3163" y="15046"/>
                    <a:pt x="2783" y="13175"/>
                  </a:cubicBezTo>
                  <a:cubicBezTo>
                    <a:pt x="1996" y="9323"/>
                    <a:pt x="1318" y="5445"/>
                    <a:pt x="613" y="1566"/>
                  </a:cubicBezTo>
                  <a:lnTo>
                    <a:pt x="369" y="128"/>
                  </a:lnTo>
                  <a:cubicBezTo>
                    <a:pt x="347" y="40"/>
                    <a:pt x="279" y="1"/>
                    <a:pt x="209" y="1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7419960" y="3993480"/>
              <a:ext cx="201960" cy="688320"/>
            </a:xfrm>
            <a:custGeom>
              <a:rect b="b" l="l" r="r" t="t"/>
              <a:pathLst>
                <a:path extrusionOk="0" h="27551" w="8099">
                  <a:moveTo>
                    <a:pt x="7891" y="1"/>
                  </a:moveTo>
                  <a:cubicBezTo>
                    <a:pt x="7820" y="1"/>
                    <a:pt x="7753" y="40"/>
                    <a:pt x="7730" y="128"/>
                  </a:cubicBezTo>
                  <a:cubicBezTo>
                    <a:pt x="7025" y="4007"/>
                    <a:pt x="6347" y="7913"/>
                    <a:pt x="5588" y="11792"/>
                  </a:cubicBezTo>
                  <a:cubicBezTo>
                    <a:pt x="5235" y="13663"/>
                    <a:pt x="4828" y="15535"/>
                    <a:pt x="4367" y="17406"/>
                  </a:cubicBezTo>
                  <a:cubicBezTo>
                    <a:pt x="4123" y="18328"/>
                    <a:pt x="3879" y="19251"/>
                    <a:pt x="3580" y="20173"/>
                  </a:cubicBezTo>
                  <a:cubicBezTo>
                    <a:pt x="3445" y="20634"/>
                    <a:pt x="3309" y="21095"/>
                    <a:pt x="3146" y="21556"/>
                  </a:cubicBezTo>
                  <a:cubicBezTo>
                    <a:pt x="3065" y="21773"/>
                    <a:pt x="3011" y="21990"/>
                    <a:pt x="2929" y="22207"/>
                  </a:cubicBezTo>
                  <a:cubicBezTo>
                    <a:pt x="2821" y="22397"/>
                    <a:pt x="2794" y="22614"/>
                    <a:pt x="2767" y="22831"/>
                  </a:cubicBezTo>
                  <a:cubicBezTo>
                    <a:pt x="2821" y="23184"/>
                    <a:pt x="3092" y="23292"/>
                    <a:pt x="3391" y="23401"/>
                  </a:cubicBezTo>
                  <a:cubicBezTo>
                    <a:pt x="3689" y="23509"/>
                    <a:pt x="3987" y="23699"/>
                    <a:pt x="4231" y="23943"/>
                  </a:cubicBezTo>
                  <a:cubicBezTo>
                    <a:pt x="4774" y="24431"/>
                    <a:pt x="5126" y="25082"/>
                    <a:pt x="5289" y="25815"/>
                  </a:cubicBezTo>
                  <a:cubicBezTo>
                    <a:pt x="5343" y="26113"/>
                    <a:pt x="5371" y="26574"/>
                    <a:pt x="5126" y="26818"/>
                  </a:cubicBezTo>
                  <a:cubicBezTo>
                    <a:pt x="4801" y="27171"/>
                    <a:pt x="4367" y="27144"/>
                    <a:pt x="3906" y="27171"/>
                  </a:cubicBezTo>
                  <a:cubicBezTo>
                    <a:pt x="3350" y="27190"/>
                    <a:pt x="2793" y="27209"/>
                    <a:pt x="2228" y="27209"/>
                  </a:cubicBezTo>
                  <a:cubicBezTo>
                    <a:pt x="1993" y="27209"/>
                    <a:pt x="1757" y="27206"/>
                    <a:pt x="1519" y="27198"/>
                  </a:cubicBezTo>
                  <a:lnTo>
                    <a:pt x="1004" y="27198"/>
                  </a:lnTo>
                  <a:cubicBezTo>
                    <a:pt x="949" y="27198"/>
                    <a:pt x="883" y="27201"/>
                    <a:pt x="814" y="27201"/>
                  </a:cubicBezTo>
                  <a:cubicBezTo>
                    <a:pt x="675" y="27201"/>
                    <a:pt x="524" y="27189"/>
                    <a:pt x="434" y="27117"/>
                  </a:cubicBezTo>
                  <a:cubicBezTo>
                    <a:pt x="298" y="26981"/>
                    <a:pt x="380" y="26764"/>
                    <a:pt x="380" y="26601"/>
                  </a:cubicBezTo>
                  <a:lnTo>
                    <a:pt x="407" y="25842"/>
                  </a:lnTo>
                  <a:cubicBezTo>
                    <a:pt x="434" y="24919"/>
                    <a:pt x="488" y="23997"/>
                    <a:pt x="515" y="23075"/>
                  </a:cubicBezTo>
                  <a:cubicBezTo>
                    <a:pt x="570" y="21176"/>
                    <a:pt x="624" y="19278"/>
                    <a:pt x="651" y="17379"/>
                  </a:cubicBezTo>
                  <a:cubicBezTo>
                    <a:pt x="760" y="13609"/>
                    <a:pt x="814" y="9812"/>
                    <a:pt x="977" y="6014"/>
                  </a:cubicBezTo>
                  <a:lnTo>
                    <a:pt x="1031" y="4658"/>
                  </a:lnTo>
                  <a:cubicBezTo>
                    <a:pt x="1031" y="4550"/>
                    <a:pt x="949" y="4495"/>
                    <a:pt x="868" y="4495"/>
                  </a:cubicBezTo>
                  <a:cubicBezTo>
                    <a:pt x="787" y="4495"/>
                    <a:pt x="705" y="4550"/>
                    <a:pt x="705" y="4658"/>
                  </a:cubicBezTo>
                  <a:lnTo>
                    <a:pt x="732" y="4685"/>
                  </a:lnTo>
                  <a:cubicBezTo>
                    <a:pt x="543" y="8564"/>
                    <a:pt x="461" y="12470"/>
                    <a:pt x="380" y="16348"/>
                  </a:cubicBezTo>
                  <a:cubicBezTo>
                    <a:pt x="326" y="18301"/>
                    <a:pt x="271" y="20254"/>
                    <a:pt x="217" y="22207"/>
                  </a:cubicBezTo>
                  <a:cubicBezTo>
                    <a:pt x="190" y="23184"/>
                    <a:pt x="163" y="24160"/>
                    <a:pt x="136" y="25109"/>
                  </a:cubicBezTo>
                  <a:cubicBezTo>
                    <a:pt x="109" y="25598"/>
                    <a:pt x="81" y="26059"/>
                    <a:pt x="81" y="26520"/>
                  </a:cubicBezTo>
                  <a:cubicBezTo>
                    <a:pt x="81" y="26845"/>
                    <a:pt x="0" y="27252"/>
                    <a:pt x="353" y="27442"/>
                  </a:cubicBezTo>
                  <a:cubicBezTo>
                    <a:pt x="515" y="27523"/>
                    <a:pt x="678" y="27550"/>
                    <a:pt x="841" y="27550"/>
                  </a:cubicBezTo>
                  <a:lnTo>
                    <a:pt x="2550" y="27550"/>
                  </a:lnTo>
                  <a:cubicBezTo>
                    <a:pt x="2929" y="27550"/>
                    <a:pt x="3391" y="27550"/>
                    <a:pt x="3797" y="27496"/>
                  </a:cubicBezTo>
                  <a:cubicBezTo>
                    <a:pt x="3868" y="27501"/>
                    <a:pt x="3938" y="27503"/>
                    <a:pt x="4008" y="27503"/>
                  </a:cubicBezTo>
                  <a:cubicBezTo>
                    <a:pt x="4371" y="27503"/>
                    <a:pt x="4727" y="27443"/>
                    <a:pt x="5045" y="27306"/>
                  </a:cubicBezTo>
                  <a:cubicBezTo>
                    <a:pt x="5371" y="27144"/>
                    <a:pt x="5588" y="26818"/>
                    <a:pt x="5642" y="26466"/>
                  </a:cubicBezTo>
                  <a:cubicBezTo>
                    <a:pt x="5696" y="26140"/>
                    <a:pt x="5669" y="25815"/>
                    <a:pt x="5588" y="25489"/>
                  </a:cubicBezTo>
                  <a:cubicBezTo>
                    <a:pt x="5371" y="24784"/>
                    <a:pt x="4991" y="24160"/>
                    <a:pt x="4448" y="23672"/>
                  </a:cubicBezTo>
                  <a:cubicBezTo>
                    <a:pt x="4204" y="23428"/>
                    <a:pt x="3906" y="23238"/>
                    <a:pt x="3608" y="23129"/>
                  </a:cubicBezTo>
                  <a:cubicBezTo>
                    <a:pt x="3472" y="23048"/>
                    <a:pt x="3228" y="23048"/>
                    <a:pt x="3146" y="22885"/>
                  </a:cubicBezTo>
                  <a:cubicBezTo>
                    <a:pt x="3065" y="22750"/>
                    <a:pt x="3228" y="22424"/>
                    <a:pt x="3282" y="22234"/>
                  </a:cubicBezTo>
                  <a:cubicBezTo>
                    <a:pt x="3635" y="21312"/>
                    <a:pt x="3906" y="20363"/>
                    <a:pt x="4177" y="19413"/>
                  </a:cubicBezTo>
                  <a:cubicBezTo>
                    <a:pt x="4720" y="17515"/>
                    <a:pt x="5208" y="15562"/>
                    <a:pt x="5588" y="13636"/>
                  </a:cubicBezTo>
                  <a:cubicBezTo>
                    <a:pt x="6401" y="9676"/>
                    <a:pt x="7079" y="5689"/>
                    <a:pt x="7812" y="1702"/>
                  </a:cubicBezTo>
                  <a:lnTo>
                    <a:pt x="8083" y="210"/>
                  </a:lnTo>
                  <a:cubicBezTo>
                    <a:pt x="8099" y="82"/>
                    <a:pt x="7992" y="1"/>
                    <a:pt x="7891" y="1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7767360" y="4554000"/>
              <a:ext cx="176040" cy="30240"/>
            </a:xfrm>
            <a:custGeom>
              <a:rect b="b" l="l" r="r" t="t"/>
              <a:pathLst>
                <a:path extrusionOk="0" h="1225" w="7053">
                  <a:moveTo>
                    <a:pt x="4276" y="0"/>
                  </a:moveTo>
                  <a:cubicBezTo>
                    <a:pt x="4198" y="0"/>
                    <a:pt x="4120" y="1"/>
                    <a:pt x="4042" y="4"/>
                  </a:cubicBezTo>
                  <a:cubicBezTo>
                    <a:pt x="2469" y="58"/>
                    <a:pt x="1601" y="31"/>
                    <a:pt x="516" y="113"/>
                  </a:cubicBezTo>
                  <a:cubicBezTo>
                    <a:pt x="353" y="492"/>
                    <a:pt x="190" y="845"/>
                    <a:pt x="0" y="1225"/>
                  </a:cubicBezTo>
                  <a:cubicBezTo>
                    <a:pt x="1275" y="872"/>
                    <a:pt x="2631" y="926"/>
                    <a:pt x="3933" y="628"/>
                  </a:cubicBezTo>
                  <a:cubicBezTo>
                    <a:pt x="4340" y="519"/>
                    <a:pt x="4747" y="438"/>
                    <a:pt x="5181" y="384"/>
                  </a:cubicBezTo>
                  <a:cubicBezTo>
                    <a:pt x="5260" y="381"/>
                    <a:pt x="5339" y="379"/>
                    <a:pt x="5417" y="379"/>
                  </a:cubicBezTo>
                  <a:cubicBezTo>
                    <a:pt x="5983" y="379"/>
                    <a:pt x="6528" y="468"/>
                    <a:pt x="7053" y="682"/>
                  </a:cubicBezTo>
                  <a:cubicBezTo>
                    <a:pt x="6836" y="547"/>
                    <a:pt x="6592" y="411"/>
                    <a:pt x="6375" y="357"/>
                  </a:cubicBezTo>
                  <a:cubicBezTo>
                    <a:pt x="5690" y="112"/>
                    <a:pt x="4984" y="0"/>
                    <a:pt x="4276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1" name="Google Shape;381;p25"/>
            <p:cNvSpPr/>
            <p:nvPr/>
          </p:nvSpPr>
          <p:spPr>
            <a:xfrm>
              <a:off x="6992280" y="2783880"/>
              <a:ext cx="260640" cy="350640"/>
            </a:xfrm>
            <a:custGeom>
              <a:rect b="b" l="l" r="r" t="t"/>
              <a:pathLst>
                <a:path extrusionOk="0" h="14044" w="10444">
                  <a:moveTo>
                    <a:pt x="2774" y="0"/>
                  </a:moveTo>
                  <a:cubicBezTo>
                    <a:pt x="2299" y="0"/>
                    <a:pt x="1826" y="245"/>
                    <a:pt x="1655" y="672"/>
                  </a:cubicBezTo>
                  <a:cubicBezTo>
                    <a:pt x="1" y="4985"/>
                    <a:pt x="82" y="9786"/>
                    <a:pt x="1872" y="14044"/>
                  </a:cubicBezTo>
                  <a:lnTo>
                    <a:pt x="10444" y="10220"/>
                  </a:lnTo>
                  <a:cubicBezTo>
                    <a:pt x="8898" y="7127"/>
                    <a:pt x="6673" y="2896"/>
                    <a:pt x="3554" y="265"/>
                  </a:cubicBezTo>
                  <a:cubicBezTo>
                    <a:pt x="3333" y="85"/>
                    <a:pt x="3053" y="0"/>
                    <a:pt x="2774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7021440" y="2847960"/>
              <a:ext cx="171720" cy="286560"/>
            </a:xfrm>
            <a:custGeom>
              <a:rect b="b" l="l" r="r" t="t"/>
              <a:pathLst>
                <a:path extrusionOk="0" h="11481" w="6890">
                  <a:moveTo>
                    <a:pt x="1470" y="1"/>
                  </a:moveTo>
                  <a:cubicBezTo>
                    <a:pt x="1450" y="1"/>
                    <a:pt x="1430" y="3"/>
                    <a:pt x="1411" y="8"/>
                  </a:cubicBezTo>
                  <a:cubicBezTo>
                    <a:pt x="1302" y="62"/>
                    <a:pt x="1248" y="143"/>
                    <a:pt x="1221" y="252"/>
                  </a:cubicBezTo>
                  <a:cubicBezTo>
                    <a:pt x="0" y="3073"/>
                    <a:pt x="1899" y="6436"/>
                    <a:pt x="950" y="9365"/>
                  </a:cubicBezTo>
                  <a:cubicBezTo>
                    <a:pt x="814" y="9826"/>
                    <a:pt x="597" y="10288"/>
                    <a:pt x="407" y="10722"/>
                  </a:cubicBezTo>
                  <a:cubicBezTo>
                    <a:pt x="516" y="10966"/>
                    <a:pt x="597" y="11237"/>
                    <a:pt x="705" y="11481"/>
                  </a:cubicBezTo>
                  <a:lnTo>
                    <a:pt x="3336" y="10315"/>
                  </a:lnTo>
                  <a:cubicBezTo>
                    <a:pt x="4367" y="9040"/>
                    <a:pt x="5452" y="7874"/>
                    <a:pt x="6890" y="7168"/>
                  </a:cubicBezTo>
                  <a:lnTo>
                    <a:pt x="6618" y="7060"/>
                  </a:lnTo>
                  <a:cubicBezTo>
                    <a:pt x="5615" y="5297"/>
                    <a:pt x="4530" y="3561"/>
                    <a:pt x="3364" y="1906"/>
                  </a:cubicBezTo>
                  <a:cubicBezTo>
                    <a:pt x="2957" y="1201"/>
                    <a:pt x="2414" y="577"/>
                    <a:pt x="1736" y="116"/>
                  </a:cubicBezTo>
                  <a:cubicBezTo>
                    <a:pt x="1669" y="49"/>
                    <a:pt x="1565" y="1"/>
                    <a:pt x="1470" y="1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100000">
                  <a:srgbClr val="FFE8ED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3" name="Google Shape;383;p25"/>
            <p:cNvSpPr/>
            <p:nvPr/>
          </p:nvSpPr>
          <p:spPr>
            <a:xfrm>
              <a:off x="7462800" y="2791080"/>
              <a:ext cx="281880" cy="394200"/>
            </a:xfrm>
            <a:custGeom>
              <a:rect b="b" l="l" r="r" t="t"/>
              <a:pathLst>
                <a:path extrusionOk="0" h="15789" w="11285">
                  <a:moveTo>
                    <a:pt x="9157" y="0"/>
                  </a:moveTo>
                  <a:cubicBezTo>
                    <a:pt x="8884" y="0"/>
                    <a:pt x="8611" y="77"/>
                    <a:pt x="8382" y="246"/>
                  </a:cubicBezTo>
                  <a:cubicBezTo>
                    <a:pt x="4910" y="2715"/>
                    <a:pt x="2035" y="7000"/>
                    <a:pt x="1" y="10147"/>
                  </a:cubicBezTo>
                  <a:lnTo>
                    <a:pt x="7867" y="15788"/>
                  </a:lnTo>
                  <a:cubicBezTo>
                    <a:pt x="10362" y="11286"/>
                    <a:pt x="11284" y="6051"/>
                    <a:pt x="10444" y="952"/>
                  </a:cubicBezTo>
                  <a:cubicBezTo>
                    <a:pt x="10350" y="373"/>
                    <a:pt x="9756" y="0"/>
                    <a:pt x="9157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4" name="Google Shape;384;p25"/>
            <p:cNvSpPr/>
            <p:nvPr/>
          </p:nvSpPr>
          <p:spPr>
            <a:xfrm>
              <a:off x="7546320" y="2835000"/>
              <a:ext cx="151560" cy="316440"/>
            </a:xfrm>
            <a:custGeom>
              <a:rect b="b" l="l" r="r" t="t"/>
              <a:pathLst>
                <a:path extrusionOk="0" h="12668" w="6076">
                  <a:moveTo>
                    <a:pt x="5479" y="0"/>
                  </a:moveTo>
                  <a:cubicBezTo>
                    <a:pt x="5343" y="27"/>
                    <a:pt x="5208" y="82"/>
                    <a:pt x="5127" y="190"/>
                  </a:cubicBezTo>
                  <a:cubicBezTo>
                    <a:pt x="3282" y="2007"/>
                    <a:pt x="1655" y="4042"/>
                    <a:pt x="271" y="6266"/>
                  </a:cubicBezTo>
                  <a:cubicBezTo>
                    <a:pt x="163" y="6429"/>
                    <a:pt x="54" y="6646"/>
                    <a:pt x="27" y="6863"/>
                  </a:cubicBezTo>
                  <a:cubicBezTo>
                    <a:pt x="0" y="7242"/>
                    <a:pt x="298" y="7595"/>
                    <a:pt x="570" y="7866"/>
                  </a:cubicBezTo>
                  <a:lnTo>
                    <a:pt x="5208" y="12667"/>
                  </a:lnTo>
                  <a:cubicBezTo>
                    <a:pt x="5506" y="11989"/>
                    <a:pt x="5805" y="11338"/>
                    <a:pt x="6049" y="10633"/>
                  </a:cubicBezTo>
                  <a:cubicBezTo>
                    <a:pt x="5289" y="9141"/>
                    <a:pt x="5289" y="7351"/>
                    <a:pt x="5506" y="5669"/>
                  </a:cubicBezTo>
                  <a:cubicBezTo>
                    <a:pt x="5723" y="3960"/>
                    <a:pt x="6076" y="2252"/>
                    <a:pt x="5859" y="543"/>
                  </a:cubicBezTo>
                  <a:cubicBezTo>
                    <a:pt x="5805" y="299"/>
                    <a:pt x="5696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21000">
                  <a:srgbClr val="DA1745"/>
                </a:gs>
                <a:gs pos="76000">
                  <a:srgbClr val="FFE8ED"/>
                </a:gs>
                <a:gs pos="100000">
                  <a:srgbClr val="FFE8ED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5" name="Google Shape;385;p25"/>
            <p:cNvSpPr/>
            <p:nvPr/>
          </p:nvSpPr>
          <p:spPr>
            <a:xfrm>
              <a:off x="6993720" y="2977560"/>
              <a:ext cx="733320" cy="654120"/>
            </a:xfrm>
            <a:custGeom>
              <a:rect b="b" l="l" r="r" t="t"/>
              <a:pathLst>
                <a:path extrusionOk="0" h="26173" w="29349">
                  <a:moveTo>
                    <a:pt x="13527" y="0"/>
                  </a:moveTo>
                  <a:cubicBezTo>
                    <a:pt x="9807" y="0"/>
                    <a:pt x="6109" y="630"/>
                    <a:pt x="3716" y="3307"/>
                  </a:cubicBezTo>
                  <a:cubicBezTo>
                    <a:pt x="2170" y="5043"/>
                    <a:pt x="1465" y="7376"/>
                    <a:pt x="977" y="9654"/>
                  </a:cubicBezTo>
                  <a:cubicBezTo>
                    <a:pt x="27" y="14157"/>
                    <a:pt x="0" y="19419"/>
                    <a:pt x="3228" y="22674"/>
                  </a:cubicBezTo>
                  <a:cubicBezTo>
                    <a:pt x="6537" y="26010"/>
                    <a:pt x="10524" y="26173"/>
                    <a:pt x="15217" y="26173"/>
                  </a:cubicBezTo>
                  <a:cubicBezTo>
                    <a:pt x="19638" y="26173"/>
                    <a:pt x="25144" y="25956"/>
                    <a:pt x="27585" y="21318"/>
                  </a:cubicBezTo>
                  <a:cubicBezTo>
                    <a:pt x="29348" y="17954"/>
                    <a:pt x="29348" y="13343"/>
                    <a:pt x="28562" y="9627"/>
                  </a:cubicBezTo>
                  <a:cubicBezTo>
                    <a:pt x="27775" y="5911"/>
                    <a:pt x="25497" y="2277"/>
                    <a:pt x="21916" y="948"/>
                  </a:cubicBezTo>
                  <a:cubicBezTo>
                    <a:pt x="20424" y="405"/>
                    <a:pt x="18824" y="270"/>
                    <a:pt x="17251" y="161"/>
                  </a:cubicBezTo>
                  <a:cubicBezTo>
                    <a:pt x="16040" y="72"/>
                    <a:pt x="14782" y="0"/>
                    <a:pt x="13527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6" name="Google Shape;386;p25"/>
            <p:cNvSpPr/>
            <p:nvPr/>
          </p:nvSpPr>
          <p:spPr>
            <a:xfrm>
              <a:off x="7148160" y="3075480"/>
              <a:ext cx="430200" cy="491760"/>
            </a:xfrm>
            <a:custGeom>
              <a:rect b="b" l="l" r="r" t="t"/>
              <a:pathLst>
                <a:path extrusionOk="0" h="19684" w="17225">
                  <a:moveTo>
                    <a:pt x="8905" y="1"/>
                  </a:moveTo>
                  <a:cubicBezTo>
                    <a:pt x="8774" y="1"/>
                    <a:pt x="8636" y="24"/>
                    <a:pt x="8490" y="73"/>
                  </a:cubicBezTo>
                  <a:cubicBezTo>
                    <a:pt x="8165" y="209"/>
                    <a:pt x="7893" y="426"/>
                    <a:pt x="7704" y="752"/>
                  </a:cubicBezTo>
                  <a:cubicBezTo>
                    <a:pt x="6456" y="2759"/>
                    <a:pt x="6374" y="4657"/>
                    <a:pt x="5127" y="6258"/>
                  </a:cubicBezTo>
                  <a:cubicBezTo>
                    <a:pt x="3147" y="8834"/>
                    <a:pt x="0" y="10489"/>
                    <a:pt x="651" y="14259"/>
                  </a:cubicBezTo>
                  <a:cubicBezTo>
                    <a:pt x="787" y="15100"/>
                    <a:pt x="1140" y="15914"/>
                    <a:pt x="1655" y="16619"/>
                  </a:cubicBezTo>
                  <a:cubicBezTo>
                    <a:pt x="3445" y="19033"/>
                    <a:pt x="6890" y="19657"/>
                    <a:pt x="9250" y="19684"/>
                  </a:cubicBezTo>
                  <a:cubicBezTo>
                    <a:pt x="11799" y="19684"/>
                    <a:pt x="14647" y="18680"/>
                    <a:pt x="15814" y="16917"/>
                  </a:cubicBezTo>
                  <a:cubicBezTo>
                    <a:pt x="16953" y="15181"/>
                    <a:pt x="17224" y="13717"/>
                    <a:pt x="16546" y="11493"/>
                  </a:cubicBezTo>
                  <a:cubicBezTo>
                    <a:pt x="15922" y="9513"/>
                    <a:pt x="14403" y="8102"/>
                    <a:pt x="12993" y="6556"/>
                  </a:cubicBezTo>
                  <a:cubicBezTo>
                    <a:pt x="11935" y="5363"/>
                    <a:pt x="11609" y="4278"/>
                    <a:pt x="10877" y="2379"/>
                  </a:cubicBezTo>
                  <a:cubicBezTo>
                    <a:pt x="10469" y="1371"/>
                    <a:pt x="9912" y="1"/>
                    <a:pt x="89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7" name="Google Shape;387;p25"/>
            <p:cNvSpPr/>
            <p:nvPr/>
          </p:nvSpPr>
          <p:spPr>
            <a:xfrm>
              <a:off x="7260840" y="3301560"/>
              <a:ext cx="111240" cy="140040"/>
            </a:xfrm>
            <a:custGeom>
              <a:rect b="b" l="l" r="r" t="t"/>
              <a:pathLst>
                <a:path extrusionOk="0" h="5617" w="4470">
                  <a:moveTo>
                    <a:pt x="4252" y="0"/>
                  </a:moveTo>
                  <a:cubicBezTo>
                    <a:pt x="4171" y="0"/>
                    <a:pt x="4090" y="55"/>
                    <a:pt x="4090" y="163"/>
                  </a:cubicBezTo>
                  <a:cubicBezTo>
                    <a:pt x="4117" y="923"/>
                    <a:pt x="4117" y="1682"/>
                    <a:pt x="4063" y="2442"/>
                  </a:cubicBezTo>
                  <a:cubicBezTo>
                    <a:pt x="4063" y="3120"/>
                    <a:pt x="3927" y="3771"/>
                    <a:pt x="3656" y="4395"/>
                  </a:cubicBezTo>
                  <a:cubicBezTo>
                    <a:pt x="3384" y="4937"/>
                    <a:pt x="2815" y="5262"/>
                    <a:pt x="2191" y="5290"/>
                  </a:cubicBezTo>
                  <a:cubicBezTo>
                    <a:pt x="1513" y="5262"/>
                    <a:pt x="889" y="5018"/>
                    <a:pt x="374" y="4557"/>
                  </a:cubicBezTo>
                  <a:cubicBezTo>
                    <a:pt x="340" y="4529"/>
                    <a:pt x="303" y="4518"/>
                    <a:pt x="267" y="4518"/>
                  </a:cubicBezTo>
                  <a:cubicBezTo>
                    <a:pt x="128" y="4518"/>
                    <a:pt x="0" y="4694"/>
                    <a:pt x="130" y="4801"/>
                  </a:cubicBezTo>
                  <a:cubicBezTo>
                    <a:pt x="672" y="5290"/>
                    <a:pt x="1350" y="5561"/>
                    <a:pt x="2082" y="5615"/>
                  </a:cubicBezTo>
                  <a:cubicBezTo>
                    <a:pt x="2110" y="5616"/>
                    <a:pt x="2137" y="5617"/>
                    <a:pt x="2164" y="5617"/>
                  </a:cubicBezTo>
                  <a:cubicBezTo>
                    <a:pt x="2785" y="5617"/>
                    <a:pt x="3376" y="5322"/>
                    <a:pt x="3791" y="4828"/>
                  </a:cubicBezTo>
                  <a:cubicBezTo>
                    <a:pt x="4225" y="4259"/>
                    <a:pt x="4307" y="3472"/>
                    <a:pt x="4361" y="2794"/>
                  </a:cubicBezTo>
                  <a:cubicBezTo>
                    <a:pt x="4442" y="1899"/>
                    <a:pt x="4469" y="1031"/>
                    <a:pt x="4415" y="163"/>
                  </a:cubicBezTo>
                  <a:cubicBezTo>
                    <a:pt x="4415" y="55"/>
                    <a:pt x="4334" y="0"/>
                    <a:pt x="4252" y="0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8" name="Google Shape;388;p25"/>
            <p:cNvSpPr/>
            <p:nvPr/>
          </p:nvSpPr>
          <p:spPr>
            <a:xfrm>
              <a:off x="7365240" y="3301560"/>
              <a:ext cx="105120" cy="140040"/>
            </a:xfrm>
            <a:custGeom>
              <a:rect b="b" l="l" r="r" t="t"/>
              <a:pathLst>
                <a:path extrusionOk="0" h="5616" w="4225">
                  <a:moveTo>
                    <a:pt x="217" y="0"/>
                  </a:moveTo>
                  <a:cubicBezTo>
                    <a:pt x="136" y="0"/>
                    <a:pt x="54" y="55"/>
                    <a:pt x="54" y="163"/>
                  </a:cubicBezTo>
                  <a:cubicBezTo>
                    <a:pt x="0" y="1004"/>
                    <a:pt x="27" y="1845"/>
                    <a:pt x="81" y="2686"/>
                  </a:cubicBezTo>
                  <a:cubicBezTo>
                    <a:pt x="136" y="3418"/>
                    <a:pt x="217" y="4205"/>
                    <a:pt x="624" y="4801"/>
                  </a:cubicBezTo>
                  <a:cubicBezTo>
                    <a:pt x="1004" y="5317"/>
                    <a:pt x="1600" y="5615"/>
                    <a:pt x="2224" y="5615"/>
                  </a:cubicBezTo>
                  <a:cubicBezTo>
                    <a:pt x="2929" y="5588"/>
                    <a:pt x="3580" y="5290"/>
                    <a:pt x="4096" y="4801"/>
                  </a:cubicBezTo>
                  <a:cubicBezTo>
                    <a:pt x="4225" y="4694"/>
                    <a:pt x="4098" y="4518"/>
                    <a:pt x="3958" y="4518"/>
                  </a:cubicBezTo>
                  <a:cubicBezTo>
                    <a:pt x="3922" y="4518"/>
                    <a:pt x="3885" y="4529"/>
                    <a:pt x="3852" y="4557"/>
                  </a:cubicBezTo>
                  <a:lnTo>
                    <a:pt x="3824" y="4557"/>
                  </a:lnTo>
                  <a:cubicBezTo>
                    <a:pt x="3363" y="5018"/>
                    <a:pt x="2740" y="5262"/>
                    <a:pt x="2116" y="5290"/>
                  </a:cubicBezTo>
                  <a:cubicBezTo>
                    <a:pt x="1492" y="5262"/>
                    <a:pt x="976" y="4883"/>
                    <a:pt x="732" y="4340"/>
                  </a:cubicBezTo>
                  <a:cubicBezTo>
                    <a:pt x="488" y="3716"/>
                    <a:pt x="380" y="3038"/>
                    <a:pt x="380" y="2360"/>
                  </a:cubicBezTo>
                  <a:cubicBezTo>
                    <a:pt x="353" y="1628"/>
                    <a:pt x="353" y="896"/>
                    <a:pt x="380" y="163"/>
                  </a:cubicBezTo>
                  <a:cubicBezTo>
                    <a:pt x="380" y="55"/>
                    <a:pt x="298" y="0"/>
                    <a:pt x="217" y="0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9" name="Google Shape;389;p25"/>
            <p:cNvSpPr/>
            <p:nvPr/>
          </p:nvSpPr>
          <p:spPr>
            <a:xfrm>
              <a:off x="7310160" y="3281400"/>
              <a:ext cx="116280" cy="72720"/>
            </a:xfrm>
            <a:custGeom>
              <a:rect b="b" l="l" r="r" t="t"/>
              <a:pathLst>
                <a:path extrusionOk="0" h="2927" w="4667">
                  <a:moveTo>
                    <a:pt x="516" y="1"/>
                  </a:moveTo>
                  <a:cubicBezTo>
                    <a:pt x="191" y="1"/>
                    <a:pt x="1" y="353"/>
                    <a:pt x="191" y="597"/>
                  </a:cubicBezTo>
                  <a:cubicBezTo>
                    <a:pt x="788" y="1330"/>
                    <a:pt x="1140" y="1927"/>
                    <a:pt x="1764" y="2632"/>
                  </a:cubicBezTo>
                  <a:cubicBezTo>
                    <a:pt x="1873" y="2767"/>
                    <a:pt x="2008" y="2876"/>
                    <a:pt x="2171" y="2903"/>
                  </a:cubicBezTo>
                  <a:cubicBezTo>
                    <a:pt x="2231" y="2919"/>
                    <a:pt x="2290" y="2927"/>
                    <a:pt x="2349" y="2927"/>
                  </a:cubicBezTo>
                  <a:cubicBezTo>
                    <a:pt x="2583" y="2927"/>
                    <a:pt x="2800" y="2805"/>
                    <a:pt x="2930" y="2632"/>
                  </a:cubicBezTo>
                  <a:cubicBezTo>
                    <a:pt x="3554" y="2008"/>
                    <a:pt x="4097" y="1303"/>
                    <a:pt x="4558" y="543"/>
                  </a:cubicBezTo>
                  <a:cubicBezTo>
                    <a:pt x="4666" y="299"/>
                    <a:pt x="4476" y="1"/>
                    <a:pt x="4097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36350" lIns="91425" spcFirstLastPara="1" rIns="91425" wrap="square" tIns="3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0" name="Google Shape;390;p25"/>
            <p:cNvSpPr/>
            <p:nvPr/>
          </p:nvSpPr>
          <p:spPr>
            <a:xfrm>
              <a:off x="7521120" y="3132000"/>
              <a:ext cx="46440" cy="80280"/>
            </a:xfrm>
            <a:custGeom>
              <a:rect b="b" l="l" r="r" t="t"/>
              <a:pathLst>
                <a:path extrusionOk="0" h="3229" w="1873">
                  <a:moveTo>
                    <a:pt x="923" y="1"/>
                  </a:moveTo>
                  <a:cubicBezTo>
                    <a:pt x="407" y="1"/>
                    <a:pt x="1" y="733"/>
                    <a:pt x="1" y="1628"/>
                  </a:cubicBezTo>
                  <a:cubicBezTo>
                    <a:pt x="1" y="2496"/>
                    <a:pt x="407" y="3228"/>
                    <a:pt x="923" y="3228"/>
                  </a:cubicBezTo>
                  <a:cubicBezTo>
                    <a:pt x="1465" y="3228"/>
                    <a:pt x="1872" y="2496"/>
                    <a:pt x="1872" y="1628"/>
                  </a:cubicBezTo>
                  <a:cubicBezTo>
                    <a:pt x="1872" y="706"/>
                    <a:pt x="1465" y="1"/>
                    <a:pt x="923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1" name="Google Shape;391;p25"/>
            <p:cNvSpPr/>
            <p:nvPr/>
          </p:nvSpPr>
          <p:spPr>
            <a:xfrm>
              <a:off x="7160400" y="3132000"/>
              <a:ext cx="48600" cy="80280"/>
            </a:xfrm>
            <a:custGeom>
              <a:rect b="b" l="l" r="r" t="t"/>
              <a:pathLst>
                <a:path extrusionOk="0" h="3229" w="1954">
                  <a:moveTo>
                    <a:pt x="977" y="1"/>
                  </a:moveTo>
                  <a:cubicBezTo>
                    <a:pt x="435" y="1"/>
                    <a:pt x="1" y="706"/>
                    <a:pt x="1" y="1601"/>
                  </a:cubicBezTo>
                  <a:cubicBezTo>
                    <a:pt x="1" y="2496"/>
                    <a:pt x="435" y="3228"/>
                    <a:pt x="977" y="3228"/>
                  </a:cubicBezTo>
                  <a:cubicBezTo>
                    <a:pt x="1492" y="3228"/>
                    <a:pt x="1954" y="2496"/>
                    <a:pt x="1954" y="1601"/>
                  </a:cubicBezTo>
                  <a:cubicBezTo>
                    <a:pt x="1954" y="706"/>
                    <a:pt x="1492" y="1"/>
                    <a:pt x="977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2" name="Google Shape;392;p25"/>
            <p:cNvSpPr/>
            <p:nvPr/>
          </p:nvSpPr>
          <p:spPr>
            <a:xfrm>
              <a:off x="7609320" y="3236400"/>
              <a:ext cx="234000" cy="97200"/>
            </a:xfrm>
            <a:custGeom>
              <a:rect b="b" l="l" r="r" t="t"/>
              <a:pathLst>
                <a:path extrusionOk="0" h="3899" w="9372">
                  <a:moveTo>
                    <a:pt x="9132" y="1"/>
                  </a:moveTo>
                  <a:cubicBezTo>
                    <a:pt x="9119" y="1"/>
                    <a:pt x="9105" y="2"/>
                    <a:pt x="9090" y="7"/>
                  </a:cubicBezTo>
                  <a:lnTo>
                    <a:pt x="193" y="3560"/>
                  </a:lnTo>
                  <a:cubicBezTo>
                    <a:pt x="0" y="3632"/>
                    <a:pt x="44" y="3898"/>
                    <a:pt x="209" y="3898"/>
                  </a:cubicBezTo>
                  <a:cubicBezTo>
                    <a:pt x="229" y="3898"/>
                    <a:pt x="251" y="3894"/>
                    <a:pt x="275" y="3885"/>
                  </a:cubicBezTo>
                  <a:lnTo>
                    <a:pt x="9171" y="359"/>
                  </a:lnTo>
                  <a:cubicBezTo>
                    <a:pt x="9372" y="284"/>
                    <a:pt x="9295" y="1"/>
                    <a:pt x="9132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8600" lIns="91425" spcFirstLastPara="1" rIns="91425" wrap="square" tIns="4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3" name="Google Shape;393;p25"/>
            <p:cNvSpPr/>
            <p:nvPr/>
          </p:nvSpPr>
          <p:spPr>
            <a:xfrm>
              <a:off x="7627680" y="3375720"/>
              <a:ext cx="212040" cy="8640"/>
            </a:xfrm>
            <a:custGeom>
              <a:rect b="b" l="l" r="r" t="t"/>
              <a:pathLst>
                <a:path extrusionOk="0" h="354" w="8491">
                  <a:moveTo>
                    <a:pt x="8274" y="1"/>
                  </a:moveTo>
                  <a:cubicBezTo>
                    <a:pt x="5588" y="1"/>
                    <a:pt x="2903" y="1"/>
                    <a:pt x="218" y="28"/>
                  </a:cubicBezTo>
                  <a:cubicBezTo>
                    <a:pt x="1" y="28"/>
                    <a:pt x="1" y="354"/>
                    <a:pt x="218" y="354"/>
                  </a:cubicBezTo>
                  <a:cubicBezTo>
                    <a:pt x="2903" y="354"/>
                    <a:pt x="5588" y="354"/>
                    <a:pt x="8274" y="326"/>
                  </a:cubicBezTo>
                  <a:cubicBezTo>
                    <a:pt x="8491" y="326"/>
                    <a:pt x="8491" y="1"/>
                    <a:pt x="8274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4" name="Google Shape;394;p25"/>
            <p:cNvSpPr/>
            <p:nvPr/>
          </p:nvSpPr>
          <p:spPr>
            <a:xfrm>
              <a:off x="6888240" y="3237120"/>
              <a:ext cx="233640" cy="96480"/>
            </a:xfrm>
            <a:custGeom>
              <a:rect b="b" l="l" r="r" t="t"/>
              <a:pathLst>
                <a:path extrusionOk="0" h="3879" w="9365">
                  <a:moveTo>
                    <a:pt x="209" y="1"/>
                  </a:moveTo>
                  <a:cubicBezTo>
                    <a:pt x="44" y="1"/>
                    <a:pt x="1" y="267"/>
                    <a:pt x="194" y="339"/>
                  </a:cubicBezTo>
                  <a:lnTo>
                    <a:pt x="9090" y="3865"/>
                  </a:lnTo>
                  <a:cubicBezTo>
                    <a:pt x="9111" y="3874"/>
                    <a:pt x="9131" y="3878"/>
                    <a:pt x="9150" y="3878"/>
                  </a:cubicBezTo>
                  <a:cubicBezTo>
                    <a:pt x="9300" y="3878"/>
                    <a:pt x="9365" y="3612"/>
                    <a:pt x="9172" y="3540"/>
                  </a:cubicBezTo>
                  <a:lnTo>
                    <a:pt x="275" y="14"/>
                  </a:lnTo>
                  <a:cubicBezTo>
                    <a:pt x="251" y="5"/>
                    <a:pt x="229" y="1"/>
                    <a:pt x="209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5" name="Google Shape;395;p25"/>
            <p:cNvSpPr/>
            <p:nvPr/>
          </p:nvSpPr>
          <p:spPr>
            <a:xfrm>
              <a:off x="6891120" y="3375720"/>
              <a:ext cx="212760" cy="8640"/>
            </a:xfrm>
            <a:custGeom>
              <a:rect b="b" l="l" r="r" t="t"/>
              <a:pathLst>
                <a:path extrusionOk="0" h="354" w="8518">
                  <a:moveTo>
                    <a:pt x="245" y="1"/>
                  </a:moveTo>
                  <a:cubicBezTo>
                    <a:pt x="0" y="1"/>
                    <a:pt x="0" y="326"/>
                    <a:pt x="245" y="326"/>
                  </a:cubicBezTo>
                  <a:cubicBezTo>
                    <a:pt x="2930" y="326"/>
                    <a:pt x="5615" y="326"/>
                    <a:pt x="8273" y="354"/>
                  </a:cubicBezTo>
                  <a:cubicBezTo>
                    <a:pt x="8517" y="354"/>
                    <a:pt x="8517" y="28"/>
                    <a:pt x="8273" y="28"/>
                  </a:cubicBezTo>
                  <a:cubicBezTo>
                    <a:pt x="5615" y="28"/>
                    <a:pt x="2930" y="28"/>
                    <a:pt x="245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96" name="Google Shape;396;p25"/>
          <p:cNvGrpSpPr/>
          <p:nvPr/>
        </p:nvGrpSpPr>
        <p:grpSpPr>
          <a:xfrm>
            <a:off x="7752914" y="2551324"/>
            <a:ext cx="314409" cy="256962"/>
            <a:chOff x="7752914" y="2551324"/>
            <a:chExt cx="314409" cy="256962"/>
          </a:xfrm>
        </p:grpSpPr>
        <p:sp>
          <p:nvSpPr>
            <p:cNvPr id="397" name="Google Shape;397;p25"/>
            <p:cNvSpPr/>
            <p:nvPr/>
          </p:nvSpPr>
          <p:spPr>
            <a:xfrm rot="5874000">
              <a:off x="7895880" y="2632320"/>
              <a:ext cx="132480" cy="1940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8" name="Google Shape;398;p25"/>
            <p:cNvSpPr/>
            <p:nvPr/>
          </p:nvSpPr>
          <p:spPr>
            <a:xfrm rot="3913800">
              <a:off x="7785360" y="2566080"/>
              <a:ext cx="132480" cy="1562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99" name="Google Shape;399;p25"/>
          <p:cNvGrpSpPr/>
          <p:nvPr/>
        </p:nvGrpSpPr>
        <p:grpSpPr>
          <a:xfrm>
            <a:off x="6588430" y="2659073"/>
            <a:ext cx="244219" cy="315854"/>
            <a:chOff x="6588430" y="2659073"/>
            <a:chExt cx="244219" cy="315854"/>
          </a:xfrm>
        </p:grpSpPr>
        <p:grpSp>
          <p:nvGrpSpPr>
            <p:cNvPr id="400" name="Google Shape;400;p25"/>
            <p:cNvGrpSpPr/>
            <p:nvPr/>
          </p:nvGrpSpPr>
          <p:grpSpPr>
            <a:xfrm>
              <a:off x="6588430" y="2705319"/>
              <a:ext cx="193121" cy="269608"/>
              <a:chOff x="6588430" y="2705319"/>
              <a:chExt cx="193121" cy="269608"/>
            </a:xfrm>
          </p:grpSpPr>
          <p:sp>
            <p:nvSpPr>
              <p:cNvPr id="401" name="Google Shape;401;p25"/>
              <p:cNvSpPr/>
              <p:nvPr/>
            </p:nvSpPr>
            <p:spPr>
              <a:xfrm rot="-2614800">
                <a:off x="6627600" y="2720520"/>
                <a:ext cx="106560" cy="156240"/>
              </a:xfrm>
              <a:custGeom>
                <a:rect b="b" l="l" r="r" t="t"/>
                <a:pathLst>
                  <a:path extrusionOk="0" h="12766" w="11082">
                    <a:moveTo>
                      <a:pt x="11082" y="12766"/>
                    </a:moveTo>
                    <a:lnTo>
                      <a:pt x="3016" y="0"/>
                    </a:lnTo>
                    <a:lnTo>
                      <a:pt x="0" y="491"/>
                    </a:lnTo>
                    <a:lnTo>
                      <a:pt x="10310" y="127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2" name="Google Shape;402;p25"/>
              <p:cNvSpPr/>
              <p:nvPr/>
            </p:nvSpPr>
            <p:spPr>
              <a:xfrm rot="-4576200">
                <a:off x="6654600" y="2845440"/>
                <a:ext cx="106560" cy="125640"/>
              </a:xfrm>
              <a:custGeom>
                <a:rect b="b" l="l" r="r" t="t"/>
                <a:pathLst>
                  <a:path extrusionOk="0" h="12766" w="11082">
                    <a:moveTo>
                      <a:pt x="11082" y="12766"/>
                    </a:moveTo>
                    <a:lnTo>
                      <a:pt x="3016" y="0"/>
                    </a:lnTo>
                    <a:lnTo>
                      <a:pt x="0" y="491"/>
                    </a:lnTo>
                    <a:lnTo>
                      <a:pt x="10310" y="127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403" name="Google Shape;403;p25"/>
            <p:cNvSpPr/>
            <p:nvPr/>
          </p:nvSpPr>
          <p:spPr>
            <a:xfrm rot="-474000">
              <a:off x="6717960" y="2665800"/>
              <a:ext cx="106560" cy="1256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04" name="Google Shape;404;p25"/>
          <p:cNvGrpSpPr/>
          <p:nvPr/>
        </p:nvGrpSpPr>
        <p:grpSpPr>
          <a:xfrm>
            <a:off x="5743800" y="3205080"/>
            <a:ext cx="933480" cy="1476720"/>
            <a:chOff x="5743800" y="3205080"/>
            <a:chExt cx="933480" cy="1476720"/>
          </a:xfrm>
        </p:grpSpPr>
        <p:sp>
          <p:nvSpPr>
            <p:cNvPr id="405" name="Google Shape;405;p25"/>
            <p:cNvSpPr/>
            <p:nvPr/>
          </p:nvSpPr>
          <p:spPr>
            <a:xfrm>
              <a:off x="5964120" y="3746520"/>
              <a:ext cx="697320" cy="935280"/>
            </a:xfrm>
            <a:custGeom>
              <a:rect b="b" l="l" r="r" t="t"/>
              <a:pathLst>
                <a:path extrusionOk="0" h="19519" w="14552">
                  <a:moveTo>
                    <a:pt x="9673" y="1"/>
                  </a:moveTo>
                  <a:cubicBezTo>
                    <a:pt x="9673" y="1"/>
                    <a:pt x="4794" y="1029"/>
                    <a:pt x="4594" y="2142"/>
                  </a:cubicBezTo>
                  <a:cubicBezTo>
                    <a:pt x="4594" y="2142"/>
                    <a:pt x="3225" y="3312"/>
                    <a:pt x="3054" y="5823"/>
                  </a:cubicBezTo>
                  <a:cubicBezTo>
                    <a:pt x="2881" y="8334"/>
                    <a:pt x="3481" y="10901"/>
                    <a:pt x="3481" y="10901"/>
                  </a:cubicBezTo>
                  <a:cubicBezTo>
                    <a:pt x="3481" y="10901"/>
                    <a:pt x="2237" y="9571"/>
                    <a:pt x="1349" y="9571"/>
                  </a:cubicBezTo>
                  <a:cubicBezTo>
                    <a:pt x="1213" y="9571"/>
                    <a:pt x="1085" y="9603"/>
                    <a:pt x="971" y="9675"/>
                  </a:cubicBezTo>
                  <a:cubicBezTo>
                    <a:pt x="115" y="10217"/>
                    <a:pt x="3025" y="16980"/>
                    <a:pt x="3025" y="16980"/>
                  </a:cubicBezTo>
                  <a:cubicBezTo>
                    <a:pt x="3025" y="16980"/>
                    <a:pt x="0" y="18092"/>
                    <a:pt x="542" y="18691"/>
                  </a:cubicBezTo>
                  <a:cubicBezTo>
                    <a:pt x="660" y="18821"/>
                    <a:pt x="919" y="18872"/>
                    <a:pt x="1253" y="18872"/>
                  </a:cubicBezTo>
                  <a:cubicBezTo>
                    <a:pt x="2462" y="18872"/>
                    <a:pt x="4652" y="18207"/>
                    <a:pt x="4652" y="18207"/>
                  </a:cubicBezTo>
                  <a:cubicBezTo>
                    <a:pt x="4652" y="18207"/>
                    <a:pt x="4877" y="19518"/>
                    <a:pt x="5498" y="19518"/>
                  </a:cubicBezTo>
                  <a:cubicBezTo>
                    <a:pt x="5501" y="19518"/>
                    <a:pt x="5504" y="19518"/>
                    <a:pt x="5507" y="19518"/>
                  </a:cubicBezTo>
                  <a:cubicBezTo>
                    <a:pt x="5850" y="19511"/>
                    <a:pt x="5960" y="19454"/>
                    <a:pt x="6075" y="19169"/>
                  </a:cubicBezTo>
                  <a:cubicBezTo>
                    <a:pt x="6189" y="18884"/>
                    <a:pt x="5850" y="17578"/>
                    <a:pt x="5850" y="17578"/>
                  </a:cubicBezTo>
                  <a:cubicBezTo>
                    <a:pt x="5850" y="17578"/>
                    <a:pt x="6605" y="16988"/>
                    <a:pt x="7514" y="16988"/>
                  </a:cubicBezTo>
                  <a:cubicBezTo>
                    <a:pt x="7605" y="16988"/>
                    <a:pt x="7697" y="16994"/>
                    <a:pt x="7790" y="17007"/>
                  </a:cubicBezTo>
                  <a:cubicBezTo>
                    <a:pt x="8818" y="17150"/>
                    <a:pt x="9332" y="17493"/>
                    <a:pt x="9332" y="17493"/>
                  </a:cubicBezTo>
                  <a:cubicBezTo>
                    <a:pt x="9332" y="17493"/>
                    <a:pt x="9046" y="19234"/>
                    <a:pt x="9617" y="19376"/>
                  </a:cubicBezTo>
                  <a:cubicBezTo>
                    <a:pt x="9710" y="19399"/>
                    <a:pt x="9794" y="19410"/>
                    <a:pt x="9870" y="19410"/>
                  </a:cubicBezTo>
                  <a:cubicBezTo>
                    <a:pt x="10258" y="19410"/>
                    <a:pt x="10425" y="19139"/>
                    <a:pt x="10472" y="18947"/>
                  </a:cubicBezTo>
                  <a:cubicBezTo>
                    <a:pt x="10530" y="18720"/>
                    <a:pt x="10559" y="18576"/>
                    <a:pt x="10559" y="18576"/>
                  </a:cubicBezTo>
                  <a:cubicBezTo>
                    <a:pt x="10559" y="18576"/>
                    <a:pt x="12711" y="19451"/>
                    <a:pt x="13637" y="19451"/>
                  </a:cubicBezTo>
                  <a:cubicBezTo>
                    <a:pt x="13755" y="19451"/>
                    <a:pt x="13853" y="19437"/>
                    <a:pt x="13924" y="19405"/>
                  </a:cubicBezTo>
                  <a:cubicBezTo>
                    <a:pt x="14552" y="19119"/>
                    <a:pt x="11528" y="17549"/>
                    <a:pt x="11528" y="17549"/>
                  </a:cubicBezTo>
                  <a:cubicBezTo>
                    <a:pt x="11528" y="17549"/>
                    <a:pt x="13040" y="13127"/>
                    <a:pt x="13297" y="11529"/>
                  </a:cubicBezTo>
                  <a:cubicBezTo>
                    <a:pt x="13523" y="10118"/>
                    <a:pt x="13417" y="9196"/>
                    <a:pt x="12780" y="9196"/>
                  </a:cubicBezTo>
                  <a:cubicBezTo>
                    <a:pt x="12695" y="9196"/>
                    <a:pt x="12601" y="9213"/>
                    <a:pt x="12498" y="9246"/>
                  </a:cubicBezTo>
                  <a:cubicBezTo>
                    <a:pt x="11613" y="9531"/>
                    <a:pt x="10872" y="10331"/>
                    <a:pt x="10872" y="10331"/>
                  </a:cubicBezTo>
                  <a:cubicBezTo>
                    <a:pt x="10872" y="10331"/>
                    <a:pt x="11813" y="6193"/>
                    <a:pt x="10872" y="3168"/>
                  </a:cubicBezTo>
                  <a:cubicBezTo>
                    <a:pt x="9930" y="143"/>
                    <a:pt x="9673" y="1"/>
                    <a:pt x="9673" y="1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6" name="Google Shape;406;p25"/>
            <p:cNvSpPr/>
            <p:nvPr/>
          </p:nvSpPr>
          <p:spPr>
            <a:xfrm>
              <a:off x="6318360" y="3865320"/>
              <a:ext cx="17280" cy="81720"/>
            </a:xfrm>
            <a:custGeom>
              <a:rect b="b" l="l" r="r" t="t"/>
              <a:pathLst>
                <a:path extrusionOk="0" h="1715" w="371">
                  <a:moveTo>
                    <a:pt x="184" y="0"/>
                  </a:moveTo>
                  <a:cubicBezTo>
                    <a:pt x="136" y="0"/>
                    <a:pt x="87" y="33"/>
                    <a:pt x="81" y="96"/>
                  </a:cubicBezTo>
                  <a:cubicBezTo>
                    <a:pt x="56" y="365"/>
                    <a:pt x="23" y="640"/>
                    <a:pt x="25" y="911"/>
                  </a:cubicBezTo>
                  <a:cubicBezTo>
                    <a:pt x="25" y="1162"/>
                    <a:pt x="1" y="1476"/>
                    <a:pt x="155" y="1690"/>
                  </a:cubicBezTo>
                  <a:cubicBezTo>
                    <a:pt x="166" y="1706"/>
                    <a:pt x="184" y="1715"/>
                    <a:pt x="201" y="1715"/>
                  </a:cubicBezTo>
                  <a:cubicBezTo>
                    <a:pt x="217" y="1715"/>
                    <a:pt x="233" y="1707"/>
                    <a:pt x="242" y="1690"/>
                  </a:cubicBezTo>
                  <a:cubicBezTo>
                    <a:pt x="371" y="1461"/>
                    <a:pt x="324" y="1161"/>
                    <a:pt x="318" y="911"/>
                  </a:cubicBezTo>
                  <a:cubicBezTo>
                    <a:pt x="311" y="639"/>
                    <a:pt x="286" y="367"/>
                    <a:pt x="278" y="96"/>
                  </a:cubicBezTo>
                  <a:cubicBezTo>
                    <a:pt x="276" y="32"/>
                    <a:pt x="230" y="0"/>
                    <a:pt x="18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6157440" y="3702240"/>
              <a:ext cx="311400" cy="191160"/>
            </a:xfrm>
            <a:custGeom>
              <a:rect b="b" l="l" r="r" t="t"/>
              <a:pathLst>
                <a:path extrusionOk="0" h="3996" w="6505">
                  <a:moveTo>
                    <a:pt x="5425" y="0"/>
                  </a:moveTo>
                  <a:cubicBezTo>
                    <a:pt x="4567" y="0"/>
                    <a:pt x="88" y="1807"/>
                    <a:pt x="88" y="1807"/>
                  </a:cubicBezTo>
                  <a:cubicBezTo>
                    <a:pt x="88" y="1807"/>
                    <a:pt x="0" y="3206"/>
                    <a:pt x="35" y="3346"/>
                  </a:cubicBezTo>
                  <a:cubicBezTo>
                    <a:pt x="64" y="3460"/>
                    <a:pt x="946" y="3995"/>
                    <a:pt x="2482" y="3995"/>
                  </a:cubicBezTo>
                  <a:cubicBezTo>
                    <a:pt x="2824" y="3995"/>
                    <a:pt x="3198" y="3969"/>
                    <a:pt x="3602" y="3905"/>
                  </a:cubicBezTo>
                  <a:cubicBezTo>
                    <a:pt x="5822" y="3556"/>
                    <a:pt x="6504" y="2437"/>
                    <a:pt x="6504" y="2437"/>
                  </a:cubicBezTo>
                  <a:cubicBezTo>
                    <a:pt x="6504" y="2437"/>
                    <a:pt x="5928" y="287"/>
                    <a:pt x="5543" y="23"/>
                  </a:cubicBezTo>
                  <a:cubicBezTo>
                    <a:pt x="5520" y="8"/>
                    <a:pt x="5480" y="0"/>
                    <a:pt x="5425" y="0"/>
                  </a:cubicBezTo>
                  <a:close/>
                </a:path>
              </a:pathLst>
            </a:custGeom>
            <a:solidFill>
              <a:srgbClr val="863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8" name="Google Shape;408;p25"/>
            <p:cNvSpPr/>
            <p:nvPr/>
          </p:nvSpPr>
          <p:spPr>
            <a:xfrm>
              <a:off x="5996880" y="3321000"/>
              <a:ext cx="501480" cy="534600"/>
            </a:xfrm>
            <a:custGeom>
              <a:rect b="b" l="l" r="r" t="t"/>
              <a:pathLst>
                <a:path extrusionOk="0" h="11163" w="10472">
                  <a:moveTo>
                    <a:pt x="5485" y="0"/>
                  </a:moveTo>
                  <a:cubicBezTo>
                    <a:pt x="4291" y="0"/>
                    <a:pt x="3004" y="367"/>
                    <a:pt x="2083" y="1037"/>
                  </a:cubicBezTo>
                  <a:cubicBezTo>
                    <a:pt x="314" y="2321"/>
                    <a:pt x="970" y="5858"/>
                    <a:pt x="970" y="5858"/>
                  </a:cubicBezTo>
                  <a:cubicBezTo>
                    <a:pt x="970" y="5858"/>
                    <a:pt x="0" y="6772"/>
                    <a:pt x="542" y="8027"/>
                  </a:cubicBezTo>
                  <a:cubicBezTo>
                    <a:pt x="807" y="8640"/>
                    <a:pt x="1361" y="8758"/>
                    <a:pt x="1749" y="8758"/>
                  </a:cubicBezTo>
                  <a:cubicBezTo>
                    <a:pt x="1992" y="8758"/>
                    <a:pt x="2169" y="8712"/>
                    <a:pt x="2169" y="8712"/>
                  </a:cubicBezTo>
                  <a:cubicBezTo>
                    <a:pt x="2169" y="8712"/>
                    <a:pt x="3648" y="11162"/>
                    <a:pt x="5812" y="11162"/>
                  </a:cubicBezTo>
                  <a:cubicBezTo>
                    <a:pt x="5937" y="11162"/>
                    <a:pt x="6063" y="11154"/>
                    <a:pt x="6192" y="11137"/>
                  </a:cubicBezTo>
                  <a:cubicBezTo>
                    <a:pt x="8560" y="10823"/>
                    <a:pt x="9302" y="7229"/>
                    <a:pt x="9302" y="7229"/>
                  </a:cubicBezTo>
                  <a:cubicBezTo>
                    <a:pt x="9302" y="7229"/>
                    <a:pt x="10300" y="6629"/>
                    <a:pt x="10386" y="5545"/>
                  </a:cubicBezTo>
                  <a:cubicBezTo>
                    <a:pt x="10471" y="4460"/>
                    <a:pt x="9359" y="4033"/>
                    <a:pt x="9359" y="4033"/>
                  </a:cubicBezTo>
                  <a:cubicBezTo>
                    <a:pt x="9359" y="4033"/>
                    <a:pt x="9415" y="2378"/>
                    <a:pt x="8189" y="979"/>
                  </a:cubicBezTo>
                  <a:cubicBezTo>
                    <a:pt x="7601" y="310"/>
                    <a:pt x="6582" y="0"/>
                    <a:pt x="5485" y="0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9" name="Google Shape;409;p25"/>
            <p:cNvSpPr/>
            <p:nvPr/>
          </p:nvSpPr>
          <p:spPr>
            <a:xfrm>
              <a:off x="6369840" y="3205080"/>
              <a:ext cx="307440" cy="313200"/>
            </a:xfrm>
            <a:custGeom>
              <a:rect b="b" l="l" r="r" t="t"/>
              <a:pathLst>
                <a:path extrusionOk="0" h="6541" w="6421">
                  <a:moveTo>
                    <a:pt x="5261" y="0"/>
                  </a:moveTo>
                  <a:cubicBezTo>
                    <a:pt x="4856" y="0"/>
                    <a:pt x="4210" y="107"/>
                    <a:pt x="3189" y="424"/>
                  </a:cubicBezTo>
                  <a:cubicBezTo>
                    <a:pt x="1049" y="1087"/>
                    <a:pt x="22" y="3420"/>
                    <a:pt x="0" y="3506"/>
                  </a:cubicBezTo>
                  <a:lnTo>
                    <a:pt x="964" y="6523"/>
                  </a:lnTo>
                  <a:cubicBezTo>
                    <a:pt x="964" y="6523"/>
                    <a:pt x="1096" y="6540"/>
                    <a:pt x="1320" y="6540"/>
                  </a:cubicBezTo>
                  <a:cubicBezTo>
                    <a:pt x="1986" y="6540"/>
                    <a:pt x="3466" y="6385"/>
                    <a:pt x="4731" y="5153"/>
                  </a:cubicBezTo>
                  <a:cubicBezTo>
                    <a:pt x="6421" y="3505"/>
                    <a:pt x="5992" y="487"/>
                    <a:pt x="5907" y="252"/>
                  </a:cubicBezTo>
                  <a:cubicBezTo>
                    <a:pt x="5862" y="129"/>
                    <a:pt x="5706" y="0"/>
                    <a:pt x="5261" y="0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5743800" y="3355560"/>
              <a:ext cx="325800" cy="257040"/>
            </a:xfrm>
            <a:custGeom>
              <a:rect b="b" l="l" r="r" t="t"/>
              <a:pathLst>
                <a:path extrusionOk="0" h="5373" w="6806">
                  <a:moveTo>
                    <a:pt x="2521" y="0"/>
                  </a:moveTo>
                  <a:cubicBezTo>
                    <a:pt x="1099" y="0"/>
                    <a:pt x="1" y="530"/>
                    <a:pt x="1" y="579"/>
                  </a:cubicBezTo>
                  <a:cubicBezTo>
                    <a:pt x="1" y="644"/>
                    <a:pt x="1776" y="4388"/>
                    <a:pt x="3445" y="5074"/>
                  </a:cubicBezTo>
                  <a:cubicBezTo>
                    <a:pt x="3990" y="5297"/>
                    <a:pt x="4537" y="5373"/>
                    <a:pt x="5027" y="5373"/>
                  </a:cubicBezTo>
                  <a:cubicBezTo>
                    <a:pt x="6038" y="5373"/>
                    <a:pt x="6805" y="5052"/>
                    <a:pt x="6805" y="5052"/>
                  </a:cubicBezTo>
                  <a:lnTo>
                    <a:pt x="6805" y="1372"/>
                  </a:lnTo>
                  <a:cubicBezTo>
                    <a:pt x="6805" y="1372"/>
                    <a:pt x="5885" y="709"/>
                    <a:pt x="3874" y="172"/>
                  </a:cubicBezTo>
                  <a:cubicBezTo>
                    <a:pt x="3408" y="48"/>
                    <a:pt x="2950" y="0"/>
                    <a:pt x="2521" y="0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6382800" y="3542760"/>
              <a:ext cx="87480" cy="94320"/>
            </a:xfrm>
            <a:custGeom>
              <a:rect b="b" l="l" r="r" t="t"/>
              <a:pathLst>
                <a:path extrusionOk="0" h="1978" w="1835">
                  <a:moveTo>
                    <a:pt x="903" y="0"/>
                  </a:moveTo>
                  <a:cubicBezTo>
                    <a:pt x="789" y="0"/>
                    <a:pt x="679" y="25"/>
                    <a:pt x="583" y="79"/>
                  </a:cubicBezTo>
                  <a:cubicBezTo>
                    <a:pt x="170" y="311"/>
                    <a:pt x="1" y="1089"/>
                    <a:pt x="168" y="1498"/>
                  </a:cubicBezTo>
                  <a:cubicBezTo>
                    <a:pt x="245" y="1681"/>
                    <a:pt x="402" y="1827"/>
                    <a:pt x="585" y="1906"/>
                  </a:cubicBezTo>
                  <a:cubicBezTo>
                    <a:pt x="699" y="1954"/>
                    <a:pt x="817" y="1977"/>
                    <a:pt x="933" y="1977"/>
                  </a:cubicBezTo>
                  <a:cubicBezTo>
                    <a:pt x="1295" y="1977"/>
                    <a:pt x="1636" y="1754"/>
                    <a:pt x="1768" y="1391"/>
                  </a:cubicBezTo>
                  <a:cubicBezTo>
                    <a:pt x="1824" y="1235"/>
                    <a:pt x="1835" y="1067"/>
                    <a:pt x="1831" y="900"/>
                  </a:cubicBezTo>
                  <a:cubicBezTo>
                    <a:pt x="1829" y="794"/>
                    <a:pt x="1819" y="687"/>
                    <a:pt x="1786" y="587"/>
                  </a:cubicBezTo>
                  <a:cubicBezTo>
                    <a:pt x="1678" y="259"/>
                    <a:pt x="1272" y="0"/>
                    <a:pt x="903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6037200" y="3615840"/>
              <a:ext cx="87480" cy="94320"/>
            </a:xfrm>
            <a:custGeom>
              <a:rect b="b" l="l" r="r" t="t"/>
              <a:pathLst>
                <a:path extrusionOk="0" h="1978" w="1834">
                  <a:moveTo>
                    <a:pt x="903" y="1"/>
                  </a:moveTo>
                  <a:cubicBezTo>
                    <a:pt x="789" y="1"/>
                    <a:pt x="679" y="26"/>
                    <a:pt x="582" y="80"/>
                  </a:cubicBezTo>
                  <a:cubicBezTo>
                    <a:pt x="169" y="313"/>
                    <a:pt x="0" y="1091"/>
                    <a:pt x="168" y="1498"/>
                  </a:cubicBezTo>
                  <a:cubicBezTo>
                    <a:pt x="244" y="1682"/>
                    <a:pt x="401" y="1827"/>
                    <a:pt x="584" y="1906"/>
                  </a:cubicBezTo>
                  <a:cubicBezTo>
                    <a:pt x="698" y="1954"/>
                    <a:pt x="816" y="1977"/>
                    <a:pt x="933" y="1977"/>
                  </a:cubicBezTo>
                  <a:cubicBezTo>
                    <a:pt x="1294" y="1977"/>
                    <a:pt x="1636" y="1755"/>
                    <a:pt x="1767" y="1392"/>
                  </a:cubicBezTo>
                  <a:cubicBezTo>
                    <a:pt x="1823" y="1235"/>
                    <a:pt x="1834" y="1067"/>
                    <a:pt x="1830" y="901"/>
                  </a:cubicBezTo>
                  <a:cubicBezTo>
                    <a:pt x="1828" y="795"/>
                    <a:pt x="1818" y="687"/>
                    <a:pt x="1785" y="587"/>
                  </a:cubicBezTo>
                  <a:cubicBezTo>
                    <a:pt x="1678" y="259"/>
                    <a:pt x="1272" y="1"/>
                    <a:pt x="903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6379560" y="3484440"/>
              <a:ext cx="20520" cy="45360"/>
            </a:xfrm>
            <a:custGeom>
              <a:rect b="b" l="l" r="r" t="t"/>
              <a:pathLst>
                <a:path extrusionOk="0" h="957" w="435">
                  <a:moveTo>
                    <a:pt x="371" y="599"/>
                  </a:moveTo>
                  <a:cubicBezTo>
                    <a:pt x="371" y="599"/>
                    <a:pt x="372" y="607"/>
                    <a:pt x="375" y="622"/>
                  </a:cubicBezTo>
                  <a:lnTo>
                    <a:pt x="375" y="622"/>
                  </a:lnTo>
                  <a:cubicBezTo>
                    <a:pt x="375" y="618"/>
                    <a:pt x="374" y="614"/>
                    <a:pt x="374" y="611"/>
                  </a:cubicBezTo>
                  <a:cubicBezTo>
                    <a:pt x="372" y="603"/>
                    <a:pt x="371" y="599"/>
                    <a:pt x="371" y="599"/>
                  </a:cubicBezTo>
                  <a:close/>
                  <a:moveTo>
                    <a:pt x="241" y="1"/>
                  </a:moveTo>
                  <a:cubicBezTo>
                    <a:pt x="198" y="1"/>
                    <a:pt x="163" y="25"/>
                    <a:pt x="135" y="61"/>
                  </a:cubicBezTo>
                  <a:cubicBezTo>
                    <a:pt x="51" y="176"/>
                    <a:pt x="4" y="316"/>
                    <a:pt x="4" y="459"/>
                  </a:cubicBezTo>
                  <a:cubicBezTo>
                    <a:pt x="0" y="609"/>
                    <a:pt x="42" y="745"/>
                    <a:pt x="112" y="877"/>
                  </a:cubicBezTo>
                  <a:cubicBezTo>
                    <a:pt x="139" y="929"/>
                    <a:pt x="196" y="956"/>
                    <a:pt x="252" y="956"/>
                  </a:cubicBezTo>
                  <a:cubicBezTo>
                    <a:pt x="274" y="956"/>
                    <a:pt x="295" y="952"/>
                    <a:pt x="315" y="944"/>
                  </a:cubicBezTo>
                  <a:cubicBezTo>
                    <a:pt x="386" y="914"/>
                    <a:pt x="435" y="829"/>
                    <a:pt x="408" y="753"/>
                  </a:cubicBezTo>
                  <a:cubicBezTo>
                    <a:pt x="400" y="726"/>
                    <a:pt x="392" y="699"/>
                    <a:pt x="386" y="671"/>
                  </a:cubicBezTo>
                  <a:cubicBezTo>
                    <a:pt x="381" y="656"/>
                    <a:pt x="378" y="640"/>
                    <a:pt x="375" y="623"/>
                  </a:cubicBezTo>
                  <a:cubicBezTo>
                    <a:pt x="375" y="623"/>
                    <a:pt x="375" y="622"/>
                    <a:pt x="375" y="622"/>
                  </a:cubicBezTo>
                  <a:lnTo>
                    <a:pt x="375" y="622"/>
                  </a:lnTo>
                  <a:cubicBezTo>
                    <a:pt x="375" y="622"/>
                    <a:pt x="375" y="622"/>
                    <a:pt x="375" y="622"/>
                  </a:cubicBezTo>
                  <a:cubicBezTo>
                    <a:pt x="375" y="622"/>
                    <a:pt x="375" y="622"/>
                    <a:pt x="375" y="622"/>
                  </a:cubicBezTo>
                  <a:lnTo>
                    <a:pt x="375" y="622"/>
                  </a:lnTo>
                  <a:cubicBezTo>
                    <a:pt x="375" y="622"/>
                    <a:pt x="375" y="622"/>
                    <a:pt x="375" y="622"/>
                  </a:cubicBezTo>
                  <a:lnTo>
                    <a:pt x="375" y="622"/>
                  </a:lnTo>
                  <a:cubicBezTo>
                    <a:pt x="369" y="616"/>
                    <a:pt x="370" y="583"/>
                    <a:pt x="369" y="574"/>
                  </a:cubicBezTo>
                  <a:cubicBezTo>
                    <a:pt x="367" y="552"/>
                    <a:pt x="363" y="529"/>
                    <a:pt x="360" y="507"/>
                  </a:cubicBezTo>
                  <a:lnTo>
                    <a:pt x="360" y="507"/>
                  </a:lnTo>
                  <a:cubicBezTo>
                    <a:pt x="360" y="504"/>
                    <a:pt x="360" y="501"/>
                    <a:pt x="359" y="496"/>
                  </a:cubicBezTo>
                  <a:cubicBezTo>
                    <a:pt x="357" y="482"/>
                    <a:pt x="357" y="468"/>
                    <a:pt x="356" y="453"/>
                  </a:cubicBezTo>
                  <a:cubicBezTo>
                    <a:pt x="350" y="343"/>
                    <a:pt x="351" y="232"/>
                    <a:pt x="361" y="121"/>
                  </a:cubicBezTo>
                  <a:cubicBezTo>
                    <a:pt x="364" y="80"/>
                    <a:pt x="335" y="37"/>
                    <a:pt x="301" y="16"/>
                  </a:cubicBezTo>
                  <a:cubicBezTo>
                    <a:pt x="291" y="12"/>
                    <a:pt x="282" y="8"/>
                    <a:pt x="272" y="4"/>
                  </a:cubicBezTo>
                  <a:cubicBezTo>
                    <a:pt x="261" y="2"/>
                    <a:pt x="251" y="1"/>
                    <a:pt x="241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4" name="Google Shape;414;p25"/>
            <p:cNvSpPr/>
            <p:nvPr/>
          </p:nvSpPr>
          <p:spPr>
            <a:xfrm>
              <a:off x="6415920" y="3489120"/>
              <a:ext cx="26640" cy="32400"/>
            </a:xfrm>
            <a:custGeom>
              <a:rect b="b" l="l" r="r" t="t"/>
              <a:pathLst>
                <a:path extrusionOk="0" h="686" w="565">
                  <a:moveTo>
                    <a:pt x="424" y="1"/>
                  </a:moveTo>
                  <a:cubicBezTo>
                    <a:pt x="393" y="1"/>
                    <a:pt x="363" y="9"/>
                    <a:pt x="336" y="26"/>
                  </a:cubicBezTo>
                  <a:cubicBezTo>
                    <a:pt x="333" y="28"/>
                    <a:pt x="329" y="30"/>
                    <a:pt x="326" y="32"/>
                  </a:cubicBezTo>
                  <a:lnTo>
                    <a:pt x="326" y="32"/>
                  </a:lnTo>
                  <a:cubicBezTo>
                    <a:pt x="262" y="50"/>
                    <a:pt x="224" y="108"/>
                    <a:pt x="185" y="160"/>
                  </a:cubicBezTo>
                  <a:cubicBezTo>
                    <a:pt x="165" y="186"/>
                    <a:pt x="146" y="214"/>
                    <a:pt x="128" y="243"/>
                  </a:cubicBezTo>
                  <a:cubicBezTo>
                    <a:pt x="86" y="313"/>
                    <a:pt x="53" y="388"/>
                    <a:pt x="28" y="466"/>
                  </a:cubicBezTo>
                  <a:cubicBezTo>
                    <a:pt x="1" y="553"/>
                    <a:pt x="61" y="660"/>
                    <a:pt x="150" y="680"/>
                  </a:cubicBezTo>
                  <a:cubicBezTo>
                    <a:pt x="165" y="684"/>
                    <a:pt x="180" y="686"/>
                    <a:pt x="195" y="686"/>
                  </a:cubicBezTo>
                  <a:cubicBezTo>
                    <a:pt x="271" y="686"/>
                    <a:pt x="341" y="636"/>
                    <a:pt x="365" y="558"/>
                  </a:cubicBezTo>
                  <a:lnTo>
                    <a:pt x="366" y="558"/>
                  </a:lnTo>
                  <a:cubicBezTo>
                    <a:pt x="373" y="533"/>
                    <a:pt x="381" y="509"/>
                    <a:pt x="390" y="485"/>
                  </a:cubicBezTo>
                  <a:lnTo>
                    <a:pt x="390" y="485"/>
                  </a:lnTo>
                  <a:cubicBezTo>
                    <a:pt x="387" y="490"/>
                    <a:pt x="385" y="496"/>
                    <a:pt x="383" y="501"/>
                  </a:cubicBezTo>
                  <a:cubicBezTo>
                    <a:pt x="385" y="495"/>
                    <a:pt x="388" y="489"/>
                    <a:pt x="390" y="484"/>
                  </a:cubicBezTo>
                  <a:lnTo>
                    <a:pt x="390" y="484"/>
                  </a:lnTo>
                  <a:cubicBezTo>
                    <a:pt x="390" y="484"/>
                    <a:pt x="390" y="485"/>
                    <a:pt x="390" y="485"/>
                  </a:cubicBezTo>
                  <a:lnTo>
                    <a:pt x="390" y="485"/>
                  </a:lnTo>
                  <a:cubicBezTo>
                    <a:pt x="390" y="484"/>
                    <a:pt x="391" y="482"/>
                    <a:pt x="391" y="481"/>
                  </a:cubicBezTo>
                  <a:lnTo>
                    <a:pt x="391" y="481"/>
                  </a:lnTo>
                  <a:cubicBezTo>
                    <a:pt x="391" y="482"/>
                    <a:pt x="390" y="483"/>
                    <a:pt x="390" y="484"/>
                  </a:cubicBezTo>
                  <a:lnTo>
                    <a:pt x="390" y="484"/>
                  </a:lnTo>
                  <a:cubicBezTo>
                    <a:pt x="393" y="476"/>
                    <a:pt x="396" y="468"/>
                    <a:pt x="399" y="460"/>
                  </a:cubicBezTo>
                  <a:lnTo>
                    <a:pt x="399" y="460"/>
                  </a:lnTo>
                  <a:cubicBezTo>
                    <a:pt x="397" y="467"/>
                    <a:pt x="394" y="474"/>
                    <a:pt x="391" y="481"/>
                  </a:cubicBezTo>
                  <a:lnTo>
                    <a:pt x="391" y="481"/>
                  </a:lnTo>
                  <a:cubicBezTo>
                    <a:pt x="416" y="426"/>
                    <a:pt x="447" y="373"/>
                    <a:pt x="483" y="324"/>
                  </a:cubicBezTo>
                  <a:lnTo>
                    <a:pt x="483" y="324"/>
                  </a:lnTo>
                  <a:cubicBezTo>
                    <a:pt x="490" y="315"/>
                    <a:pt x="497" y="306"/>
                    <a:pt x="505" y="296"/>
                  </a:cubicBezTo>
                  <a:cubicBezTo>
                    <a:pt x="520" y="275"/>
                    <a:pt x="530" y="253"/>
                    <a:pt x="537" y="229"/>
                  </a:cubicBezTo>
                  <a:lnTo>
                    <a:pt x="537" y="229"/>
                  </a:lnTo>
                  <a:cubicBezTo>
                    <a:pt x="551" y="201"/>
                    <a:pt x="564" y="175"/>
                    <a:pt x="564" y="142"/>
                  </a:cubicBezTo>
                  <a:cubicBezTo>
                    <a:pt x="564" y="109"/>
                    <a:pt x="553" y="60"/>
                    <a:pt x="529" y="38"/>
                  </a:cubicBezTo>
                  <a:cubicBezTo>
                    <a:pt x="498" y="13"/>
                    <a:pt x="461" y="1"/>
                    <a:pt x="424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6049080" y="3573720"/>
              <a:ext cx="24480" cy="35640"/>
            </a:xfrm>
            <a:custGeom>
              <a:rect b="b" l="l" r="r" t="t"/>
              <a:pathLst>
                <a:path extrusionOk="0" h="748" w="517">
                  <a:moveTo>
                    <a:pt x="91" y="1"/>
                  </a:moveTo>
                  <a:cubicBezTo>
                    <a:pt x="58" y="1"/>
                    <a:pt x="24" y="19"/>
                    <a:pt x="18" y="55"/>
                  </a:cubicBezTo>
                  <a:cubicBezTo>
                    <a:pt x="17" y="67"/>
                    <a:pt x="15" y="80"/>
                    <a:pt x="14" y="92"/>
                  </a:cubicBezTo>
                  <a:cubicBezTo>
                    <a:pt x="13" y="94"/>
                    <a:pt x="13" y="95"/>
                    <a:pt x="13" y="97"/>
                  </a:cubicBezTo>
                  <a:lnTo>
                    <a:pt x="13" y="97"/>
                  </a:lnTo>
                  <a:cubicBezTo>
                    <a:pt x="10" y="103"/>
                    <a:pt x="7" y="109"/>
                    <a:pt x="6" y="112"/>
                  </a:cubicBezTo>
                  <a:cubicBezTo>
                    <a:pt x="2" y="128"/>
                    <a:pt x="0" y="146"/>
                    <a:pt x="2" y="163"/>
                  </a:cubicBezTo>
                  <a:cubicBezTo>
                    <a:pt x="2" y="199"/>
                    <a:pt x="6" y="235"/>
                    <a:pt x="12" y="272"/>
                  </a:cubicBezTo>
                  <a:lnTo>
                    <a:pt x="12" y="272"/>
                  </a:lnTo>
                  <a:cubicBezTo>
                    <a:pt x="12" y="291"/>
                    <a:pt x="11" y="308"/>
                    <a:pt x="17" y="334"/>
                  </a:cubicBezTo>
                  <a:cubicBezTo>
                    <a:pt x="21" y="347"/>
                    <a:pt x="25" y="361"/>
                    <a:pt x="30" y="374"/>
                  </a:cubicBezTo>
                  <a:cubicBezTo>
                    <a:pt x="45" y="416"/>
                    <a:pt x="63" y="456"/>
                    <a:pt x="84" y="494"/>
                  </a:cubicBezTo>
                  <a:cubicBezTo>
                    <a:pt x="113" y="548"/>
                    <a:pt x="140" y="603"/>
                    <a:pt x="168" y="659"/>
                  </a:cubicBezTo>
                  <a:cubicBezTo>
                    <a:pt x="192" y="699"/>
                    <a:pt x="230" y="729"/>
                    <a:pt x="276" y="742"/>
                  </a:cubicBezTo>
                  <a:cubicBezTo>
                    <a:pt x="290" y="745"/>
                    <a:pt x="305" y="747"/>
                    <a:pt x="320" y="747"/>
                  </a:cubicBezTo>
                  <a:cubicBezTo>
                    <a:pt x="345" y="747"/>
                    <a:pt x="370" y="742"/>
                    <a:pt x="393" y="732"/>
                  </a:cubicBezTo>
                  <a:cubicBezTo>
                    <a:pt x="430" y="718"/>
                    <a:pt x="460" y="693"/>
                    <a:pt x="480" y="659"/>
                  </a:cubicBezTo>
                  <a:cubicBezTo>
                    <a:pt x="501" y="619"/>
                    <a:pt x="516" y="564"/>
                    <a:pt x="498" y="519"/>
                  </a:cubicBezTo>
                  <a:lnTo>
                    <a:pt x="498" y="519"/>
                  </a:lnTo>
                  <a:lnTo>
                    <a:pt x="498" y="520"/>
                  </a:lnTo>
                  <a:cubicBezTo>
                    <a:pt x="476" y="463"/>
                    <a:pt x="452" y="407"/>
                    <a:pt x="428" y="350"/>
                  </a:cubicBezTo>
                  <a:cubicBezTo>
                    <a:pt x="412" y="312"/>
                    <a:pt x="399" y="269"/>
                    <a:pt x="376" y="234"/>
                  </a:cubicBezTo>
                  <a:cubicBezTo>
                    <a:pt x="368" y="221"/>
                    <a:pt x="358" y="207"/>
                    <a:pt x="349" y="194"/>
                  </a:cubicBezTo>
                  <a:cubicBezTo>
                    <a:pt x="332" y="171"/>
                    <a:pt x="314" y="151"/>
                    <a:pt x="292" y="133"/>
                  </a:cubicBezTo>
                  <a:lnTo>
                    <a:pt x="292" y="133"/>
                  </a:lnTo>
                  <a:cubicBezTo>
                    <a:pt x="275" y="116"/>
                    <a:pt x="260" y="97"/>
                    <a:pt x="241" y="80"/>
                  </a:cubicBezTo>
                  <a:cubicBezTo>
                    <a:pt x="213" y="57"/>
                    <a:pt x="187" y="35"/>
                    <a:pt x="154" y="25"/>
                  </a:cubicBezTo>
                  <a:lnTo>
                    <a:pt x="154" y="25"/>
                  </a:lnTo>
                  <a:cubicBezTo>
                    <a:pt x="145" y="20"/>
                    <a:pt x="137" y="14"/>
                    <a:pt x="128" y="9"/>
                  </a:cubicBezTo>
                  <a:cubicBezTo>
                    <a:pt x="118" y="4"/>
                    <a:pt x="105" y="1"/>
                    <a:pt x="91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6" name="Google Shape;416;p25"/>
            <p:cNvSpPr/>
            <p:nvPr/>
          </p:nvSpPr>
          <p:spPr>
            <a:xfrm>
              <a:off x="6090120" y="3565440"/>
              <a:ext cx="24480" cy="36360"/>
            </a:xfrm>
            <a:custGeom>
              <a:rect b="b" l="l" r="r" t="t"/>
              <a:pathLst>
                <a:path extrusionOk="0" h="768" w="515">
                  <a:moveTo>
                    <a:pt x="323" y="579"/>
                  </a:moveTo>
                  <a:cubicBezTo>
                    <a:pt x="322" y="584"/>
                    <a:pt x="322" y="588"/>
                    <a:pt x="321" y="592"/>
                  </a:cubicBezTo>
                  <a:cubicBezTo>
                    <a:pt x="322" y="587"/>
                    <a:pt x="322" y="583"/>
                    <a:pt x="323" y="579"/>
                  </a:cubicBezTo>
                  <a:close/>
                  <a:moveTo>
                    <a:pt x="455" y="1"/>
                  </a:moveTo>
                  <a:cubicBezTo>
                    <a:pt x="451" y="1"/>
                    <a:pt x="446" y="1"/>
                    <a:pt x="441" y="3"/>
                  </a:cubicBezTo>
                  <a:cubicBezTo>
                    <a:pt x="413" y="11"/>
                    <a:pt x="385" y="21"/>
                    <a:pt x="359" y="35"/>
                  </a:cubicBezTo>
                  <a:lnTo>
                    <a:pt x="359" y="35"/>
                  </a:lnTo>
                  <a:cubicBezTo>
                    <a:pt x="357" y="36"/>
                    <a:pt x="353" y="38"/>
                    <a:pt x="351" y="39"/>
                  </a:cubicBezTo>
                  <a:cubicBezTo>
                    <a:pt x="340" y="42"/>
                    <a:pt x="328" y="47"/>
                    <a:pt x="318" y="53"/>
                  </a:cubicBezTo>
                  <a:cubicBezTo>
                    <a:pt x="306" y="60"/>
                    <a:pt x="295" y="67"/>
                    <a:pt x="283" y="76"/>
                  </a:cubicBezTo>
                  <a:cubicBezTo>
                    <a:pt x="255" y="95"/>
                    <a:pt x="229" y="116"/>
                    <a:pt x="203" y="138"/>
                  </a:cubicBezTo>
                  <a:cubicBezTo>
                    <a:pt x="175" y="163"/>
                    <a:pt x="150" y="192"/>
                    <a:pt x="128" y="224"/>
                  </a:cubicBezTo>
                  <a:cubicBezTo>
                    <a:pt x="88" y="277"/>
                    <a:pt x="65" y="344"/>
                    <a:pt x="46" y="407"/>
                  </a:cubicBezTo>
                  <a:cubicBezTo>
                    <a:pt x="26" y="473"/>
                    <a:pt x="14" y="542"/>
                    <a:pt x="9" y="612"/>
                  </a:cubicBezTo>
                  <a:cubicBezTo>
                    <a:pt x="1" y="691"/>
                    <a:pt x="82" y="768"/>
                    <a:pt x="159" y="768"/>
                  </a:cubicBezTo>
                  <a:cubicBezTo>
                    <a:pt x="161" y="768"/>
                    <a:pt x="163" y="768"/>
                    <a:pt x="164" y="767"/>
                  </a:cubicBezTo>
                  <a:cubicBezTo>
                    <a:pt x="251" y="766"/>
                    <a:pt x="319" y="697"/>
                    <a:pt x="321" y="612"/>
                  </a:cubicBezTo>
                  <a:cubicBezTo>
                    <a:pt x="322" y="596"/>
                    <a:pt x="324" y="581"/>
                    <a:pt x="325" y="566"/>
                  </a:cubicBezTo>
                  <a:lnTo>
                    <a:pt x="325" y="566"/>
                  </a:lnTo>
                  <a:cubicBezTo>
                    <a:pt x="332" y="527"/>
                    <a:pt x="342" y="489"/>
                    <a:pt x="353" y="451"/>
                  </a:cubicBezTo>
                  <a:cubicBezTo>
                    <a:pt x="357" y="439"/>
                    <a:pt x="362" y="429"/>
                    <a:pt x="365" y="418"/>
                  </a:cubicBezTo>
                  <a:cubicBezTo>
                    <a:pt x="367" y="415"/>
                    <a:pt x="368" y="412"/>
                    <a:pt x="369" y="410"/>
                  </a:cubicBezTo>
                  <a:lnTo>
                    <a:pt x="369" y="410"/>
                  </a:lnTo>
                  <a:cubicBezTo>
                    <a:pt x="383" y="379"/>
                    <a:pt x="391" y="347"/>
                    <a:pt x="403" y="316"/>
                  </a:cubicBezTo>
                  <a:cubicBezTo>
                    <a:pt x="411" y="295"/>
                    <a:pt x="416" y="273"/>
                    <a:pt x="423" y="252"/>
                  </a:cubicBezTo>
                  <a:cubicBezTo>
                    <a:pt x="426" y="242"/>
                    <a:pt x="430" y="231"/>
                    <a:pt x="434" y="220"/>
                  </a:cubicBezTo>
                  <a:cubicBezTo>
                    <a:pt x="435" y="216"/>
                    <a:pt x="440" y="205"/>
                    <a:pt x="442" y="201"/>
                  </a:cubicBezTo>
                  <a:lnTo>
                    <a:pt x="442" y="201"/>
                  </a:lnTo>
                  <a:cubicBezTo>
                    <a:pt x="448" y="188"/>
                    <a:pt x="455" y="175"/>
                    <a:pt x="459" y="161"/>
                  </a:cubicBezTo>
                  <a:cubicBezTo>
                    <a:pt x="461" y="155"/>
                    <a:pt x="462" y="149"/>
                    <a:pt x="465" y="143"/>
                  </a:cubicBezTo>
                  <a:cubicBezTo>
                    <a:pt x="465" y="142"/>
                    <a:pt x="465" y="141"/>
                    <a:pt x="465" y="140"/>
                  </a:cubicBezTo>
                  <a:lnTo>
                    <a:pt x="465" y="140"/>
                  </a:lnTo>
                  <a:cubicBezTo>
                    <a:pt x="466" y="140"/>
                    <a:pt x="466" y="140"/>
                    <a:pt x="466" y="139"/>
                  </a:cubicBezTo>
                  <a:cubicBezTo>
                    <a:pt x="476" y="118"/>
                    <a:pt x="488" y="97"/>
                    <a:pt x="498" y="76"/>
                  </a:cubicBezTo>
                  <a:cubicBezTo>
                    <a:pt x="514" y="41"/>
                    <a:pt x="492" y="1"/>
                    <a:pt x="45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7" name="Google Shape;417;p25"/>
            <p:cNvSpPr/>
            <p:nvPr/>
          </p:nvSpPr>
          <p:spPr>
            <a:xfrm>
              <a:off x="6213240" y="3679200"/>
              <a:ext cx="105840" cy="59400"/>
            </a:xfrm>
            <a:custGeom>
              <a:rect b="b" l="l" r="r" t="t"/>
              <a:pathLst>
                <a:path extrusionOk="0" h="1247" w="2218">
                  <a:moveTo>
                    <a:pt x="1684" y="0"/>
                  </a:moveTo>
                  <a:cubicBezTo>
                    <a:pt x="1134" y="0"/>
                    <a:pt x="0" y="232"/>
                    <a:pt x="437" y="832"/>
                  </a:cubicBezTo>
                  <a:cubicBezTo>
                    <a:pt x="546" y="976"/>
                    <a:pt x="691" y="1089"/>
                    <a:pt x="857" y="1160"/>
                  </a:cubicBezTo>
                  <a:cubicBezTo>
                    <a:pt x="974" y="1210"/>
                    <a:pt x="1112" y="1247"/>
                    <a:pt x="1246" y="1247"/>
                  </a:cubicBezTo>
                  <a:cubicBezTo>
                    <a:pt x="1300" y="1247"/>
                    <a:pt x="1352" y="1241"/>
                    <a:pt x="1403" y="1228"/>
                  </a:cubicBezTo>
                  <a:cubicBezTo>
                    <a:pt x="1504" y="1203"/>
                    <a:pt x="1582" y="1139"/>
                    <a:pt x="1660" y="1072"/>
                  </a:cubicBezTo>
                  <a:cubicBezTo>
                    <a:pt x="1738" y="1005"/>
                    <a:pt x="1814" y="935"/>
                    <a:pt x="1886" y="860"/>
                  </a:cubicBezTo>
                  <a:cubicBezTo>
                    <a:pt x="2013" y="731"/>
                    <a:pt x="2174" y="580"/>
                    <a:pt x="2194" y="391"/>
                  </a:cubicBezTo>
                  <a:cubicBezTo>
                    <a:pt x="2218" y="188"/>
                    <a:pt x="2077" y="57"/>
                    <a:pt x="1890" y="17"/>
                  </a:cubicBezTo>
                  <a:cubicBezTo>
                    <a:pt x="1841" y="6"/>
                    <a:pt x="1769" y="0"/>
                    <a:pt x="168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8" name="Google Shape;418;p25"/>
            <p:cNvSpPr/>
            <p:nvPr/>
          </p:nvSpPr>
          <p:spPr>
            <a:xfrm>
              <a:off x="6266880" y="3719520"/>
              <a:ext cx="23400" cy="67680"/>
            </a:xfrm>
            <a:custGeom>
              <a:rect b="b" l="l" r="r" t="t"/>
              <a:pathLst>
                <a:path extrusionOk="0" h="1417" w="496">
                  <a:moveTo>
                    <a:pt x="99" y="0"/>
                  </a:moveTo>
                  <a:cubicBezTo>
                    <a:pt x="51" y="0"/>
                    <a:pt x="2" y="36"/>
                    <a:pt x="1" y="93"/>
                  </a:cubicBezTo>
                  <a:cubicBezTo>
                    <a:pt x="0" y="328"/>
                    <a:pt x="47" y="568"/>
                    <a:pt x="108" y="795"/>
                  </a:cubicBezTo>
                  <a:cubicBezTo>
                    <a:pt x="139" y="905"/>
                    <a:pt x="168" y="1016"/>
                    <a:pt x="196" y="1127"/>
                  </a:cubicBezTo>
                  <a:cubicBezTo>
                    <a:pt x="226" y="1242"/>
                    <a:pt x="272" y="1338"/>
                    <a:pt x="369" y="1410"/>
                  </a:cubicBezTo>
                  <a:cubicBezTo>
                    <a:pt x="375" y="1414"/>
                    <a:pt x="382" y="1416"/>
                    <a:pt x="390" y="1416"/>
                  </a:cubicBezTo>
                  <a:cubicBezTo>
                    <a:pt x="407" y="1416"/>
                    <a:pt x="425" y="1406"/>
                    <a:pt x="435" y="1392"/>
                  </a:cubicBezTo>
                  <a:cubicBezTo>
                    <a:pt x="496" y="1290"/>
                    <a:pt x="494" y="1179"/>
                    <a:pt x="474" y="1064"/>
                  </a:cubicBezTo>
                  <a:cubicBezTo>
                    <a:pt x="455" y="947"/>
                    <a:pt x="433" y="828"/>
                    <a:pt x="411" y="711"/>
                  </a:cubicBezTo>
                  <a:cubicBezTo>
                    <a:pt x="367" y="482"/>
                    <a:pt x="293" y="248"/>
                    <a:pt x="177" y="45"/>
                  </a:cubicBezTo>
                  <a:cubicBezTo>
                    <a:pt x="159" y="14"/>
                    <a:pt x="129" y="0"/>
                    <a:pt x="99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9" name="Google Shape;419;p25"/>
            <p:cNvSpPr/>
            <p:nvPr/>
          </p:nvSpPr>
          <p:spPr>
            <a:xfrm>
              <a:off x="6168600" y="3780360"/>
              <a:ext cx="95760" cy="201600"/>
            </a:xfrm>
            <a:custGeom>
              <a:rect b="b" l="l" r="r" t="t"/>
              <a:pathLst>
                <a:path extrusionOk="0" h="4213" w="2004">
                  <a:moveTo>
                    <a:pt x="1303" y="1"/>
                  </a:moveTo>
                  <a:cubicBezTo>
                    <a:pt x="1198" y="1"/>
                    <a:pt x="1096" y="26"/>
                    <a:pt x="1005" y="88"/>
                  </a:cubicBezTo>
                  <a:cubicBezTo>
                    <a:pt x="713" y="289"/>
                    <a:pt x="486" y="582"/>
                    <a:pt x="334" y="900"/>
                  </a:cubicBezTo>
                  <a:cubicBezTo>
                    <a:pt x="145" y="1291"/>
                    <a:pt x="60" y="1727"/>
                    <a:pt x="28" y="2162"/>
                  </a:cubicBezTo>
                  <a:cubicBezTo>
                    <a:pt x="0" y="2531"/>
                    <a:pt x="11" y="2910"/>
                    <a:pt x="116" y="3265"/>
                  </a:cubicBezTo>
                  <a:cubicBezTo>
                    <a:pt x="223" y="3621"/>
                    <a:pt x="432" y="3955"/>
                    <a:pt x="740" y="4160"/>
                  </a:cubicBezTo>
                  <a:cubicBezTo>
                    <a:pt x="781" y="4188"/>
                    <a:pt x="829" y="4213"/>
                    <a:pt x="876" y="4213"/>
                  </a:cubicBezTo>
                  <a:cubicBezTo>
                    <a:pt x="893" y="4213"/>
                    <a:pt x="910" y="4209"/>
                    <a:pt x="926" y="4201"/>
                  </a:cubicBezTo>
                  <a:cubicBezTo>
                    <a:pt x="962" y="4183"/>
                    <a:pt x="985" y="4147"/>
                    <a:pt x="1003" y="4113"/>
                  </a:cubicBezTo>
                  <a:cubicBezTo>
                    <a:pt x="1146" y="3843"/>
                    <a:pt x="1169" y="3530"/>
                    <a:pt x="1193" y="3226"/>
                  </a:cubicBezTo>
                  <a:cubicBezTo>
                    <a:pt x="1275" y="2209"/>
                    <a:pt x="1410" y="1152"/>
                    <a:pt x="1980" y="309"/>
                  </a:cubicBezTo>
                  <a:cubicBezTo>
                    <a:pt x="1992" y="292"/>
                    <a:pt x="2004" y="272"/>
                    <a:pt x="1998" y="252"/>
                  </a:cubicBezTo>
                  <a:cubicBezTo>
                    <a:pt x="1991" y="236"/>
                    <a:pt x="1977" y="224"/>
                    <a:pt x="1961" y="216"/>
                  </a:cubicBezTo>
                  <a:cubicBezTo>
                    <a:pt x="1770" y="115"/>
                    <a:pt x="1528" y="1"/>
                    <a:pt x="1303" y="1"/>
                  </a:cubicBezTo>
                  <a:close/>
                </a:path>
              </a:pathLst>
            </a:custGeom>
            <a:solidFill>
              <a:srgbClr val="FF6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0" name="Google Shape;420;p25"/>
            <p:cNvSpPr/>
            <p:nvPr/>
          </p:nvSpPr>
          <p:spPr>
            <a:xfrm>
              <a:off x="6191280" y="3692160"/>
              <a:ext cx="191520" cy="103320"/>
            </a:xfrm>
            <a:custGeom>
              <a:rect b="b" l="l" r="r" t="t"/>
              <a:pathLst>
                <a:path extrusionOk="0" h="2161" w="4000">
                  <a:moveTo>
                    <a:pt x="3825" y="0"/>
                  </a:moveTo>
                  <a:cubicBezTo>
                    <a:pt x="3810" y="0"/>
                    <a:pt x="3794" y="4"/>
                    <a:pt x="3781" y="11"/>
                  </a:cubicBezTo>
                  <a:cubicBezTo>
                    <a:pt x="3605" y="104"/>
                    <a:pt x="3565" y="289"/>
                    <a:pt x="3476" y="455"/>
                  </a:cubicBezTo>
                  <a:cubicBezTo>
                    <a:pt x="3389" y="622"/>
                    <a:pt x="3286" y="780"/>
                    <a:pt x="3167" y="927"/>
                  </a:cubicBezTo>
                  <a:cubicBezTo>
                    <a:pt x="2913" y="1240"/>
                    <a:pt x="2614" y="1495"/>
                    <a:pt x="2246" y="1666"/>
                  </a:cubicBezTo>
                  <a:cubicBezTo>
                    <a:pt x="1990" y="1785"/>
                    <a:pt x="1722" y="1839"/>
                    <a:pt x="1454" y="1839"/>
                  </a:cubicBezTo>
                  <a:cubicBezTo>
                    <a:pt x="952" y="1839"/>
                    <a:pt x="452" y="1648"/>
                    <a:pt x="49" y="1331"/>
                  </a:cubicBezTo>
                  <a:cubicBezTo>
                    <a:pt x="44" y="1327"/>
                    <a:pt x="38" y="1326"/>
                    <a:pt x="33" y="1326"/>
                  </a:cubicBezTo>
                  <a:cubicBezTo>
                    <a:pt x="16" y="1326"/>
                    <a:pt x="1" y="1341"/>
                    <a:pt x="11" y="1361"/>
                  </a:cubicBezTo>
                  <a:lnTo>
                    <a:pt x="11" y="1360"/>
                  </a:lnTo>
                  <a:cubicBezTo>
                    <a:pt x="316" y="1911"/>
                    <a:pt x="952" y="2161"/>
                    <a:pt x="1576" y="2161"/>
                  </a:cubicBezTo>
                  <a:cubicBezTo>
                    <a:pt x="1832" y="2161"/>
                    <a:pt x="2085" y="2119"/>
                    <a:pt x="2313" y="2039"/>
                  </a:cubicBezTo>
                  <a:cubicBezTo>
                    <a:pt x="2741" y="1887"/>
                    <a:pt x="3128" y="1604"/>
                    <a:pt x="3415" y="1252"/>
                  </a:cubicBezTo>
                  <a:cubicBezTo>
                    <a:pt x="3567" y="1066"/>
                    <a:pt x="3695" y="861"/>
                    <a:pt x="3797" y="643"/>
                  </a:cubicBezTo>
                  <a:cubicBezTo>
                    <a:pt x="3888" y="448"/>
                    <a:pt x="3999" y="249"/>
                    <a:pt x="3896" y="41"/>
                  </a:cubicBezTo>
                  <a:cubicBezTo>
                    <a:pt x="3883" y="14"/>
                    <a:pt x="3854" y="0"/>
                    <a:pt x="3825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51825" lIns="91425" spcFirstLastPara="1" rIns="91425" wrap="square" tIns="5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6126840" y="4271400"/>
              <a:ext cx="65520" cy="345600"/>
            </a:xfrm>
            <a:custGeom>
              <a:rect b="b" l="l" r="r" t="t"/>
              <a:pathLst>
                <a:path extrusionOk="0" h="7215" w="1377">
                  <a:moveTo>
                    <a:pt x="51" y="0"/>
                  </a:moveTo>
                  <a:cubicBezTo>
                    <a:pt x="26" y="0"/>
                    <a:pt x="0" y="17"/>
                    <a:pt x="4" y="46"/>
                  </a:cubicBezTo>
                  <a:cubicBezTo>
                    <a:pt x="122" y="1231"/>
                    <a:pt x="309" y="2398"/>
                    <a:pt x="508" y="3573"/>
                  </a:cubicBezTo>
                  <a:cubicBezTo>
                    <a:pt x="608" y="4165"/>
                    <a:pt x="713" y="4758"/>
                    <a:pt x="825" y="5349"/>
                  </a:cubicBezTo>
                  <a:cubicBezTo>
                    <a:pt x="937" y="5944"/>
                    <a:pt x="1003" y="6599"/>
                    <a:pt x="1226" y="7162"/>
                  </a:cubicBezTo>
                  <a:cubicBezTo>
                    <a:pt x="1239" y="7197"/>
                    <a:pt x="1273" y="7214"/>
                    <a:pt x="1305" y="7214"/>
                  </a:cubicBezTo>
                  <a:cubicBezTo>
                    <a:pt x="1342" y="7214"/>
                    <a:pt x="1376" y="7191"/>
                    <a:pt x="1374" y="7142"/>
                  </a:cubicBezTo>
                  <a:cubicBezTo>
                    <a:pt x="1344" y="6565"/>
                    <a:pt x="1166" y="5980"/>
                    <a:pt x="1059" y="5412"/>
                  </a:cubicBezTo>
                  <a:cubicBezTo>
                    <a:pt x="949" y="4821"/>
                    <a:pt x="846" y="4229"/>
                    <a:pt x="748" y="3635"/>
                  </a:cubicBezTo>
                  <a:cubicBezTo>
                    <a:pt x="547" y="2428"/>
                    <a:pt x="370" y="1225"/>
                    <a:pt x="98" y="34"/>
                  </a:cubicBezTo>
                  <a:cubicBezTo>
                    <a:pt x="93" y="11"/>
                    <a:pt x="72" y="0"/>
                    <a:pt x="51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2" name="Google Shape;422;p25"/>
            <p:cNvSpPr/>
            <p:nvPr/>
          </p:nvSpPr>
          <p:spPr>
            <a:xfrm>
              <a:off x="6210360" y="4109760"/>
              <a:ext cx="214560" cy="478440"/>
            </a:xfrm>
            <a:custGeom>
              <a:rect b="b" l="l" r="r" t="t"/>
              <a:pathLst>
                <a:path extrusionOk="0" h="9992" w="4483">
                  <a:moveTo>
                    <a:pt x="2560" y="1"/>
                  </a:moveTo>
                  <a:cubicBezTo>
                    <a:pt x="2393" y="1"/>
                    <a:pt x="2284" y="21"/>
                    <a:pt x="2284" y="21"/>
                  </a:cubicBezTo>
                  <a:cubicBezTo>
                    <a:pt x="2278" y="12"/>
                    <a:pt x="2261" y="8"/>
                    <a:pt x="2234" y="8"/>
                  </a:cubicBezTo>
                  <a:cubicBezTo>
                    <a:pt x="1992" y="8"/>
                    <a:pt x="977" y="390"/>
                    <a:pt x="515" y="1904"/>
                  </a:cubicBezTo>
                  <a:cubicBezTo>
                    <a:pt x="0" y="3588"/>
                    <a:pt x="144" y="6469"/>
                    <a:pt x="315" y="7839"/>
                  </a:cubicBezTo>
                  <a:cubicBezTo>
                    <a:pt x="395" y="8487"/>
                    <a:pt x="573" y="9306"/>
                    <a:pt x="737" y="9992"/>
                  </a:cubicBezTo>
                  <a:cubicBezTo>
                    <a:pt x="862" y="9900"/>
                    <a:pt x="1555" y="9418"/>
                    <a:pt x="2377" y="9418"/>
                  </a:cubicBezTo>
                  <a:cubicBezTo>
                    <a:pt x="2468" y="9418"/>
                    <a:pt x="2560" y="9424"/>
                    <a:pt x="2654" y="9437"/>
                  </a:cubicBezTo>
                  <a:cubicBezTo>
                    <a:pt x="3633" y="9574"/>
                    <a:pt x="4139" y="9886"/>
                    <a:pt x="4186" y="9916"/>
                  </a:cubicBezTo>
                  <a:cubicBezTo>
                    <a:pt x="4204" y="9919"/>
                    <a:pt x="4221" y="9925"/>
                    <a:pt x="4239" y="9928"/>
                  </a:cubicBezTo>
                  <a:cubicBezTo>
                    <a:pt x="4234" y="9799"/>
                    <a:pt x="4252" y="9671"/>
                    <a:pt x="4265" y="9537"/>
                  </a:cubicBezTo>
                  <a:cubicBezTo>
                    <a:pt x="4271" y="9470"/>
                    <a:pt x="4277" y="9403"/>
                    <a:pt x="4284" y="9336"/>
                  </a:cubicBezTo>
                  <a:cubicBezTo>
                    <a:pt x="4306" y="8887"/>
                    <a:pt x="4307" y="8436"/>
                    <a:pt x="4317" y="7985"/>
                  </a:cubicBezTo>
                  <a:cubicBezTo>
                    <a:pt x="4324" y="7643"/>
                    <a:pt x="4308" y="7301"/>
                    <a:pt x="4314" y="6958"/>
                  </a:cubicBezTo>
                  <a:cubicBezTo>
                    <a:pt x="4320" y="6657"/>
                    <a:pt x="4295" y="6297"/>
                    <a:pt x="4406" y="6014"/>
                  </a:cubicBezTo>
                  <a:cubicBezTo>
                    <a:pt x="4411" y="6003"/>
                    <a:pt x="4418" y="5994"/>
                    <a:pt x="4428" y="5985"/>
                  </a:cubicBezTo>
                  <a:cubicBezTo>
                    <a:pt x="4426" y="4487"/>
                    <a:pt x="4409" y="3070"/>
                    <a:pt x="4423" y="2532"/>
                  </a:cubicBezTo>
                  <a:cubicBezTo>
                    <a:pt x="4483" y="253"/>
                    <a:pt x="3152" y="1"/>
                    <a:pt x="2560" y="1"/>
                  </a:cubicBezTo>
                  <a:close/>
                </a:path>
              </a:pathLst>
            </a:custGeom>
            <a:solidFill>
              <a:srgbClr val="F3D1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3" name="Google Shape;423;p25"/>
            <p:cNvSpPr/>
            <p:nvPr/>
          </p:nvSpPr>
          <p:spPr>
            <a:xfrm>
              <a:off x="6404400" y="4147560"/>
              <a:ext cx="21960" cy="440640"/>
            </a:xfrm>
            <a:custGeom>
              <a:rect b="b" l="l" r="r" t="t"/>
              <a:pathLst>
                <a:path extrusionOk="0" h="9202" w="466">
                  <a:moveTo>
                    <a:pt x="185" y="1"/>
                  </a:moveTo>
                  <a:cubicBezTo>
                    <a:pt x="171" y="1"/>
                    <a:pt x="156" y="11"/>
                    <a:pt x="155" y="27"/>
                  </a:cubicBezTo>
                  <a:cubicBezTo>
                    <a:pt x="42" y="1539"/>
                    <a:pt x="143" y="3057"/>
                    <a:pt x="133" y="4571"/>
                  </a:cubicBezTo>
                  <a:cubicBezTo>
                    <a:pt x="128" y="5320"/>
                    <a:pt x="121" y="6070"/>
                    <a:pt x="107" y="6819"/>
                  </a:cubicBezTo>
                  <a:cubicBezTo>
                    <a:pt x="91" y="7576"/>
                    <a:pt x="0" y="8363"/>
                    <a:pt x="95" y="9116"/>
                  </a:cubicBezTo>
                  <a:cubicBezTo>
                    <a:pt x="102" y="9166"/>
                    <a:pt x="152" y="9202"/>
                    <a:pt x="197" y="9202"/>
                  </a:cubicBezTo>
                  <a:cubicBezTo>
                    <a:pt x="229" y="9202"/>
                    <a:pt x="259" y="9183"/>
                    <a:pt x="267" y="9139"/>
                  </a:cubicBezTo>
                  <a:cubicBezTo>
                    <a:pt x="392" y="8422"/>
                    <a:pt x="345" y="7669"/>
                    <a:pt x="358" y="6943"/>
                  </a:cubicBezTo>
                  <a:cubicBezTo>
                    <a:pt x="371" y="6152"/>
                    <a:pt x="389" y="5362"/>
                    <a:pt x="395" y="4571"/>
                  </a:cubicBezTo>
                  <a:cubicBezTo>
                    <a:pt x="405" y="3053"/>
                    <a:pt x="466" y="1521"/>
                    <a:pt x="207" y="20"/>
                  </a:cubicBezTo>
                  <a:cubicBezTo>
                    <a:pt x="205" y="7"/>
                    <a:pt x="195" y="1"/>
                    <a:pt x="18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6206040" y="4183200"/>
              <a:ext cx="43920" cy="404280"/>
            </a:xfrm>
            <a:custGeom>
              <a:rect b="b" l="l" r="r" t="t"/>
              <a:pathLst>
                <a:path extrusionOk="0" h="8445" w="927">
                  <a:moveTo>
                    <a:pt x="165" y="1"/>
                  </a:moveTo>
                  <a:cubicBezTo>
                    <a:pt x="122" y="1"/>
                    <a:pt x="80" y="28"/>
                    <a:pt x="77" y="84"/>
                  </a:cubicBezTo>
                  <a:cubicBezTo>
                    <a:pt x="0" y="1484"/>
                    <a:pt x="109" y="2885"/>
                    <a:pt x="194" y="4284"/>
                  </a:cubicBezTo>
                  <a:cubicBezTo>
                    <a:pt x="237" y="4972"/>
                    <a:pt x="292" y="5659"/>
                    <a:pt x="377" y="6344"/>
                  </a:cubicBezTo>
                  <a:cubicBezTo>
                    <a:pt x="461" y="7008"/>
                    <a:pt x="505" y="7718"/>
                    <a:pt x="691" y="8361"/>
                  </a:cubicBezTo>
                  <a:cubicBezTo>
                    <a:pt x="707" y="8417"/>
                    <a:pt x="758" y="8444"/>
                    <a:pt x="808" y="8444"/>
                  </a:cubicBezTo>
                  <a:cubicBezTo>
                    <a:pt x="868" y="8444"/>
                    <a:pt x="927" y="8405"/>
                    <a:pt x="923" y="8329"/>
                  </a:cubicBezTo>
                  <a:cubicBezTo>
                    <a:pt x="885" y="7648"/>
                    <a:pt x="719" y="6960"/>
                    <a:pt x="634" y="6282"/>
                  </a:cubicBezTo>
                  <a:cubicBezTo>
                    <a:pt x="549" y="5596"/>
                    <a:pt x="464" y="4910"/>
                    <a:pt x="399" y="4222"/>
                  </a:cubicBezTo>
                  <a:cubicBezTo>
                    <a:pt x="267" y="2843"/>
                    <a:pt x="291" y="1466"/>
                    <a:pt x="249" y="84"/>
                  </a:cubicBezTo>
                  <a:cubicBezTo>
                    <a:pt x="248" y="28"/>
                    <a:pt x="206" y="1"/>
                    <a:pt x="16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6258960" y="3933720"/>
              <a:ext cx="155160" cy="127440"/>
            </a:xfrm>
            <a:custGeom>
              <a:rect b="b" l="l" r="r" t="t"/>
              <a:pathLst>
                <a:path extrusionOk="0" h="2663" w="3244">
                  <a:moveTo>
                    <a:pt x="1621" y="1"/>
                  </a:moveTo>
                  <a:cubicBezTo>
                    <a:pt x="1424" y="1"/>
                    <a:pt x="1232" y="28"/>
                    <a:pt x="1063" y="79"/>
                  </a:cubicBezTo>
                  <a:cubicBezTo>
                    <a:pt x="735" y="179"/>
                    <a:pt x="450" y="369"/>
                    <a:pt x="259" y="654"/>
                  </a:cubicBezTo>
                  <a:cubicBezTo>
                    <a:pt x="90" y="904"/>
                    <a:pt x="0" y="1220"/>
                    <a:pt x="45" y="1522"/>
                  </a:cubicBezTo>
                  <a:cubicBezTo>
                    <a:pt x="90" y="1839"/>
                    <a:pt x="285" y="2103"/>
                    <a:pt x="540" y="2290"/>
                  </a:cubicBezTo>
                  <a:cubicBezTo>
                    <a:pt x="860" y="2526"/>
                    <a:pt x="1254" y="2662"/>
                    <a:pt x="1646" y="2662"/>
                  </a:cubicBezTo>
                  <a:cubicBezTo>
                    <a:pt x="1915" y="2662"/>
                    <a:pt x="2183" y="2598"/>
                    <a:pt x="2424" y="2458"/>
                  </a:cubicBezTo>
                  <a:cubicBezTo>
                    <a:pt x="2989" y="2131"/>
                    <a:pt x="3244" y="1444"/>
                    <a:pt x="3046" y="868"/>
                  </a:cubicBezTo>
                  <a:cubicBezTo>
                    <a:pt x="2977" y="668"/>
                    <a:pt x="2856" y="490"/>
                    <a:pt x="2696" y="350"/>
                  </a:cubicBezTo>
                  <a:cubicBezTo>
                    <a:pt x="2423" y="110"/>
                    <a:pt x="2013" y="1"/>
                    <a:pt x="1621" y="1"/>
                  </a:cubicBezTo>
                  <a:close/>
                </a:path>
              </a:pathLst>
            </a:custGeom>
            <a:solidFill>
              <a:srgbClr val="A16138"/>
            </a:solidFill>
            <a:ln>
              <a:noFill/>
            </a:ln>
          </p:spPr>
          <p:txBody>
            <a:bodyPr anchorCtr="0" anchor="ctr" bIns="63700" lIns="91425" spcFirstLastPara="1" rIns="91425" wrap="square" tIns="63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6465960" y="4243680"/>
              <a:ext cx="25560" cy="390600"/>
            </a:xfrm>
            <a:custGeom>
              <a:rect b="b" l="l" r="r" t="t"/>
              <a:pathLst>
                <a:path extrusionOk="0" h="8158" w="537">
                  <a:moveTo>
                    <a:pt x="394" y="0"/>
                  </a:moveTo>
                  <a:cubicBezTo>
                    <a:pt x="373" y="0"/>
                    <a:pt x="351" y="13"/>
                    <a:pt x="344" y="38"/>
                  </a:cubicBezTo>
                  <a:cubicBezTo>
                    <a:pt x="247" y="337"/>
                    <a:pt x="277" y="696"/>
                    <a:pt x="262" y="1007"/>
                  </a:cubicBezTo>
                  <a:cubicBezTo>
                    <a:pt x="237" y="1618"/>
                    <a:pt x="211" y="2229"/>
                    <a:pt x="183" y="2840"/>
                  </a:cubicBezTo>
                  <a:cubicBezTo>
                    <a:pt x="124" y="4196"/>
                    <a:pt x="64" y="5553"/>
                    <a:pt x="18" y="6910"/>
                  </a:cubicBezTo>
                  <a:cubicBezTo>
                    <a:pt x="5" y="7313"/>
                    <a:pt x="0" y="7716"/>
                    <a:pt x="1" y="8118"/>
                  </a:cubicBezTo>
                  <a:cubicBezTo>
                    <a:pt x="1" y="8145"/>
                    <a:pt x="21" y="8158"/>
                    <a:pt x="41" y="8158"/>
                  </a:cubicBezTo>
                  <a:cubicBezTo>
                    <a:pt x="61" y="8158"/>
                    <a:pt x="81" y="8145"/>
                    <a:pt x="83" y="8118"/>
                  </a:cubicBezTo>
                  <a:cubicBezTo>
                    <a:pt x="209" y="5814"/>
                    <a:pt x="335" y="3511"/>
                    <a:pt x="437" y="1206"/>
                  </a:cubicBezTo>
                  <a:cubicBezTo>
                    <a:pt x="454" y="840"/>
                    <a:pt x="537" y="398"/>
                    <a:pt x="442" y="38"/>
                  </a:cubicBezTo>
                  <a:cubicBezTo>
                    <a:pt x="435" y="12"/>
                    <a:pt x="415" y="0"/>
                    <a:pt x="39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5993640" y="4614480"/>
              <a:ext cx="34200" cy="32400"/>
            </a:xfrm>
            <a:custGeom>
              <a:rect b="b" l="l" r="r" t="t"/>
              <a:pathLst>
                <a:path extrusionOk="0" h="681" w="722">
                  <a:moveTo>
                    <a:pt x="626" y="0"/>
                  </a:moveTo>
                  <a:cubicBezTo>
                    <a:pt x="619" y="0"/>
                    <a:pt x="611" y="0"/>
                    <a:pt x="603" y="1"/>
                  </a:cubicBezTo>
                  <a:cubicBezTo>
                    <a:pt x="588" y="5"/>
                    <a:pt x="572" y="10"/>
                    <a:pt x="557" y="14"/>
                  </a:cubicBezTo>
                  <a:cubicBezTo>
                    <a:pt x="521" y="28"/>
                    <a:pt x="486" y="45"/>
                    <a:pt x="454" y="68"/>
                  </a:cubicBezTo>
                  <a:cubicBezTo>
                    <a:pt x="390" y="107"/>
                    <a:pt x="330" y="152"/>
                    <a:pt x="275" y="202"/>
                  </a:cubicBezTo>
                  <a:cubicBezTo>
                    <a:pt x="228" y="249"/>
                    <a:pt x="182" y="299"/>
                    <a:pt x="141" y="351"/>
                  </a:cubicBezTo>
                  <a:cubicBezTo>
                    <a:pt x="116" y="382"/>
                    <a:pt x="92" y="413"/>
                    <a:pt x="70" y="445"/>
                  </a:cubicBezTo>
                  <a:cubicBezTo>
                    <a:pt x="49" y="476"/>
                    <a:pt x="32" y="509"/>
                    <a:pt x="19" y="542"/>
                  </a:cubicBezTo>
                  <a:cubicBezTo>
                    <a:pt x="0" y="585"/>
                    <a:pt x="4" y="632"/>
                    <a:pt x="42" y="661"/>
                  </a:cubicBezTo>
                  <a:cubicBezTo>
                    <a:pt x="58" y="673"/>
                    <a:pt x="80" y="680"/>
                    <a:pt x="101" y="680"/>
                  </a:cubicBezTo>
                  <a:cubicBezTo>
                    <a:pt x="124" y="680"/>
                    <a:pt x="147" y="672"/>
                    <a:pt x="163" y="654"/>
                  </a:cubicBezTo>
                  <a:cubicBezTo>
                    <a:pt x="184" y="630"/>
                    <a:pt x="208" y="607"/>
                    <a:pt x="229" y="581"/>
                  </a:cubicBezTo>
                  <a:cubicBezTo>
                    <a:pt x="250" y="555"/>
                    <a:pt x="271" y="529"/>
                    <a:pt x="293" y="504"/>
                  </a:cubicBezTo>
                  <a:cubicBezTo>
                    <a:pt x="336" y="455"/>
                    <a:pt x="382" y="408"/>
                    <a:pt x="431" y="365"/>
                  </a:cubicBezTo>
                  <a:cubicBezTo>
                    <a:pt x="480" y="321"/>
                    <a:pt x="526" y="275"/>
                    <a:pt x="577" y="233"/>
                  </a:cubicBezTo>
                  <a:lnTo>
                    <a:pt x="594" y="220"/>
                  </a:lnTo>
                  <a:cubicBezTo>
                    <a:pt x="596" y="219"/>
                    <a:pt x="597" y="218"/>
                    <a:pt x="596" y="218"/>
                  </a:cubicBezTo>
                  <a:lnTo>
                    <a:pt x="596" y="218"/>
                  </a:lnTo>
                  <a:cubicBezTo>
                    <a:pt x="596" y="218"/>
                    <a:pt x="596" y="218"/>
                    <a:pt x="596" y="218"/>
                  </a:cubicBezTo>
                  <a:lnTo>
                    <a:pt x="596" y="218"/>
                  </a:lnTo>
                  <a:cubicBezTo>
                    <a:pt x="597" y="218"/>
                    <a:pt x="598" y="217"/>
                    <a:pt x="599" y="217"/>
                  </a:cubicBezTo>
                  <a:cubicBezTo>
                    <a:pt x="618" y="202"/>
                    <a:pt x="636" y="187"/>
                    <a:pt x="652" y="170"/>
                  </a:cubicBezTo>
                  <a:cubicBezTo>
                    <a:pt x="662" y="159"/>
                    <a:pt x="673" y="148"/>
                    <a:pt x="682" y="136"/>
                  </a:cubicBezTo>
                  <a:cubicBezTo>
                    <a:pt x="696" y="119"/>
                    <a:pt x="706" y="98"/>
                    <a:pt x="712" y="77"/>
                  </a:cubicBezTo>
                  <a:cubicBezTo>
                    <a:pt x="722" y="45"/>
                    <a:pt x="703" y="13"/>
                    <a:pt x="672" y="5"/>
                  </a:cubicBezTo>
                  <a:cubicBezTo>
                    <a:pt x="656" y="2"/>
                    <a:pt x="641" y="0"/>
                    <a:pt x="626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6020640" y="4624560"/>
              <a:ext cx="27360" cy="25200"/>
            </a:xfrm>
            <a:custGeom>
              <a:rect b="b" l="l" r="r" t="t"/>
              <a:pathLst>
                <a:path extrusionOk="0" h="534" w="578">
                  <a:moveTo>
                    <a:pt x="533" y="1"/>
                  </a:moveTo>
                  <a:cubicBezTo>
                    <a:pt x="478" y="2"/>
                    <a:pt x="423" y="31"/>
                    <a:pt x="377" y="58"/>
                  </a:cubicBezTo>
                  <a:cubicBezTo>
                    <a:pt x="329" y="89"/>
                    <a:pt x="283" y="123"/>
                    <a:pt x="238" y="159"/>
                  </a:cubicBezTo>
                  <a:cubicBezTo>
                    <a:pt x="198" y="192"/>
                    <a:pt x="159" y="230"/>
                    <a:pt x="127" y="274"/>
                  </a:cubicBezTo>
                  <a:cubicBezTo>
                    <a:pt x="90" y="318"/>
                    <a:pt x="55" y="363"/>
                    <a:pt x="23" y="412"/>
                  </a:cubicBezTo>
                  <a:cubicBezTo>
                    <a:pt x="0" y="451"/>
                    <a:pt x="13" y="500"/>
                    <a:pt x="52" y="524"/>
                  </a:cubicBezTo>
                  <a:cubicBezTo>
                    <a:pt x="64" y="530"/>
                    <a:pt x="78" y="533"/>
                    <a:pt x="91" y="533"/>
                  </a:cubicBezTo>
                  <a:cubicBezTo>
                    <a:pt x="120" y="533"/>
                    <a:pt x="148" y="519"/>
                    <a:pt x="163" y="494"/>
                  </a:cubicBezTo>
                  <a:cubicBezTo>
                    <a:pt x="177" y="474"/>
                    <a:pt x="192" y="452"/>
                    <a:pt x="207" y="433"/>
                  </a:cubicBezTo>
                  <a:lnTo>
                    <a:pt x="207" y="433"/>
                  </a:lnTo>
                  <a:cubicBezTo>
                    <a:pt x="207" y="433"/>
                    <a:pt x="207" y="433"/>
                    <a:pt x="207" y="433"/>
                  </a:cubicBezTo>
                  <a:cubicBezTo>
                    <a:pt x="207" y="433"/>
                    <a:pt x="208" y="432"/>
                    <a:pt x="211" y="429"/>
                  </a:cubicBezTo>
                  <a:cubicBezTo>
                    <a:pt x="215" y="423"/>
                    <a:pt x="219" y="417"/>
                    <a:pt x="224" y="411"/>
                  </a:cubicBezTo>
                  <a:cubicBezTo>
                    <a:pt x="231" y="402"/>
                    <a:pt x="240" y="393"/>
                    <a:pt x="248" y="384"/>
                  </a:cubicBezTo>
                  <a:cubicBezTo>
                    <a:pt x="280" y="345"/>
                    <a:pt x="317" y="309"/>
                    <a:pt x="352" y="272"/>
                  </a:cubicBezTo>
                  <a:cubicBezTo>
                    <a:pt x="386" y="235"/>
                    <a:pt x="420" y="201"/>
                    <a:pt x="457" y="167"/>
                  </a:cubicBezTo>
                  <a:cubicBezTo>
                    <a:pt x="477" y="151"/>
                    <a:pt x="495" y="135"/>
                    <a:pt x="513" y="116"/>
                  </a:cubicBezTo>
                  <a:cubicBezTo>
                    <a:pt x="532" y="98"/>
                    <a:pt x="548" y="76"/>
                    <a:pt x="564" y="55"/>
                  </a:cubicBezTo>
                  <a:cubicBezTo>
                    <a:pt x="577" y="31"/>
                    <a:pt x="560" y="1"/>
                    <a:pt x="533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6219000" y="4651560"/>
              <a:ext cx="16200" cy="29160"/>
            </a:xfrm>
            <a:custGeom>
              <a:rect b="b" l="l" r="r" t="t"/>
              <a:pathLst>
                <a:path extrusionOk="0" h="615" w="342">
                  <a:moveTo>
                    <a:pt x="97" y="1"/>
                  </a:moveTo>
                  <a:cubicBezTo>
                    <a:pt x="74" y="1"/>
                    <a:pt x="50" y="8"/>
                    <a:pt x="37" y="25"/>
                  </a:cubicBezTo>
                  <a:cubicBezTo>
                    <a:pt x="14" y="54"/>
                    <a:pt x="1" y="79"/>
                    <a:pt x="4" y="117"/>
                  </a:cubicBezTo>
                  <a:cubicBezTo>
                    <a:pt x="7" y="143"/>
                    <a:pt x="12" y="169"/>
                    <a:pt x="19" y="194"/>
                  </a:cubicBezTo>
                  <a:cubicBezTo>
                    <a:pt x="28" y="234"/>
                    <a:pt x="40" y="273"/>
                    <a:pt x="55" y="312"/>
                  </a:cubicBezTo>
                  <a:cubicBezTo>
                    <a:pt x="82" y="389"/>
                    <a:pt x="110" y="464"/>
                    <a:pt x="137" y="541"/>
                  </a:cubicBezTo>
                  <a:cubicBezTo>
                    <a:pt x="151" y="582"/>
                    <a:pt x="189" y="615"/>
                    <a:pt x="232" y="615"/>
                  </a:cubicBezTo>
                  <a:cubicBezTo>
                    <a:pt x="241" y="615"/>
                    <a:pt x="250" y="613"/>
                    <a:pt x="259" y="610"/>
                  </a:cubicBezTo>
                  <a:cubicBezTo>
                    <a:pt x="311" y="595"/>
                    <a:pt x="342" y="541"/>
                    <a:pt x="329" y="488"/>
                  </a:cubicBezTo>
                  <a:lnTo>
                    <a:pt x="264" y="255"/>
                  </a:lnTo>
                  <a:cubicBezTo>
                    <a:pt x="255" y="216"/>
                    <a:pt x="241" y="178"/>
                    <a:pt x="227" y="141"/>
                  </a:cubicBezTo>
                  <a:cubicBezTo>
                    <a:pt x="205" y="82"/>
                    <a:pt x="186" y="23"/>
                    <a:pt x="119" y="3"/>
                  </a:cubicBezTo>
                  <a:cubicBezTo>
                    <a:pt x="112" y="2"/>
                    <a:pt x="105" y="1"/>
                    <a:pt x="97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6236280" y="4640040"/>
              <a:ext cx="12240" cy="29880"/>
            </a:xfrm>
            <a:custGeom>
              <a:rect b="b" l="l" r="r" t="t"/>
              <a:pathLst>
                <a:path extrusionOk="0" h="630" w="262">
                  <a:moveTo>
                    <a:pt x="89" y="0"/>
                  </a:moveTo>
                  <a:cubicBezTo>
                    <a:pt x="86" y="0"/>
                    <a:pt x="82" y="0"/>
                    <a:pt x="79" y="1"/>
                  </a:cubicBezTo>
                  <a:cubicBezTo>
                    <a:pt x="1" y="12"/>
                    <a:pt x="13" y="104"/>
                    <a:pt x="20" y="160"/>
                  </a:cubicBezTo>
                  <a:cubicBezTo>
                    <a:pt x="27" y="209"/>
                    <a:pt x="45" y="257"/>
                    <a:pt x="58" y="306"/>
                  </a:cubicBezTo>
                  <a:cubicBezTo>
                    <a:pt x="82" y="398"/>
                    <a:pt x="113" y="489"/>
                    <a:pt x="135" y="584"/>
                  </a:cubicBezTo>
                  <a:cubicBezTo>
                    <a:pt x="142" y="615"/>
                    <a:pt x="168" y="630"/>
                    <a:pt x="194" y="630"/>
                  </a:cubicBezTo>
                  <a:cubicBezTo>
                    <a:pt x="227" y="630"/>
                    <a:pt x="262" y="607"/>
                    <a:pt x="262" y="566"/>
                  </a:cubicBezTo>
                  <a:cubicBezTo>
                    <a:pt x="262" y="469"/>
                    <a:pt x="261" y="366"/>
                    <a:pt x="241" y="270"/>
                  </a:cubicBezTo>
                  <a:cubicBezTo>
                    <a:pt x="234" y="222"/>
                    <a:pt x="222" y="177"/>
                    <a:pt x="208" y="131"/>
                  </a:cubicBezTo>
                  <a:cubicBezTo>
                    <a:pt x="189" y="79"/>
                    <a:pt x="153" y="0"/>
                    <a:pt x="89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1" name="Google Shape;431;p25"/>
            <p:cNvSpPr/>
            <p:nvPr/>
          </p:nvSpPr>
          <p:spPr>
            <a:xfrm>
              <a:off x="6420960" y="4643640"/>
              <a:ext cx="9000" cy="30960"/>
            </a:xfrm>
            <a:custGeom>
              <a:rect b="b" l="l" r="r" t="t"/>
              <a:pathLst>
                <a:path extrusionOk="0" h="657" w="194">
                  <a:moveTo>
                    <a:pt x="112" y="1"/>
                  </a:moveTo>
                  <a:cubicBezTo>
                    <a:pt x="99" y="1"/>
                    <a:pt x="85" y="6"/>
                    <a:pt x="75" y="16"/>
                  </a:cubicBezTo>
                  <a:cubicBezTo>
                    <a:pt x="56" y="35"/>
                    <a:pt x="41" y="59"/>
                    <a:pt x="38" y="85"/>
                  </a:cubicBezTo>
                  <a:cubicBezTo>
                    <a:pt x="33" y="113"/>
                    <a:pt x="27" y="140"/>
                    <a:pt x="24" y="168"/>
                  </a:cubicBezTo>
                  <a:cubicBezTo>
                    <a:pt x="20" y="212"/>
                    <a:pt x="18" y="258"/>
                    <a:pt x="15" y="302"/>
                  </a:cubicBezTo>
                  <a:cubicBezTo>
                    <a:pt x="8" y="395"/>
                    <a:pt x="4" y="489"/>
                    <a:pt x="0" y="582"/>
                  </a:cubicBezTo>
                  <a:cubicBezTo>
                    <a:pt x="0" y="619"/>
                    <a:pt x="28" y="650"/>
                    <a:pt x="65" y="656"/>
                  </a:cubicBezTo>
                  <a:cubicBezTo>
                    <a:pt x="68" y="656"/>
                    <a:pt x="70" y="657"/>
                    <a:pt x="73" y="657"/>
                  </a:cubicBezTo>
                  <a:cubicBezTo>
                    <a:pt x="105" y="657"/>
                    <a:pt x="141" y="637"/>
                    <a:pt x="148" y="602"/>
                  </a:cubicBezTo>
                  <a:cubicBezTo>
                    <a:pt x="166" y="504"/>
                    <a:pt x="178" y="406"/>
                    <a:pt x="185" y="308"/>
                  </a:cubicBezTo>
                  <a:cubicBezTo>
                    <a:pt x="188" y="261"/>
                    <a:pt x="193" y="215"/>
                    <a:pt x="192" y="168"/>
                  </a:cubicBezTo>
                  <a:cubicBezTo>
                    <a:pt x="192" y="144"/>
                    <a:pt x="188" y="119"/>
                    <a:pt x="186" y="95"/>
                  </a:cubicBezTo>
                  <a:cubicBezTo>
                    <a:pt x="186" y="79"/>
                    <a:pt x="182" y="62"/>
                    <a:pt x="175" y="48"/>
                  </a:cubicBezTo>
                  <a:cubicBezTo>
                    <a:pt x="167" y="36"/>
                    <a:pt x="158" y="27"/>
                    <a:pt x="150" y="16"/>
                  </a:cubicBezTo>
                  <a:cubicBezTo>
                    <a:pt x="139" y="6"/>
                    <a:pt x="126" y="1"/>
                    <a:pt x="112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6436800" y="4650480"/>
              <a:ext cx="10080" cy="23400"/>
            </a:xfrm>
            <a:custGeom>
              <a:rect b="b" l="l" r="r" t="t"/>
              <a:pathLst>
                <a:path extrusionOk="0" h="496" w="215">
                  <a:moveTo>
                    <a:pt x="137" y="0"/>
                  </a:moveTo>
                  <a:cubicBezTo>
                    <a:pt x="116" y="0"/>
                    <a:pt x="96" y="12"/>
                    <a:pt x="84" y="31"/>
                  </a:cubicBezTo>
                  <a:cubicBezTo>
                    <a:pt x="66" y="63"/>
                    <a:pt x="54" y="98"/>
                    <a:pt x="49" y="134"/>
                  </a:cubicBezTo>
                  <a:cubicBezTo>
                    <a:pt x="43" y="168"/>
                    <a:pt x="37" y="204"/>
                    <a:pt x="33" y="240"/>
                  </a:cubicBezTo>
                  <a:cubicBezTo>
                    <a:pt x="31" y="254"/>
                    <a:pt x="30" y="270"/>
                    <a:pt x="29" y="284"/>
                  </a:cubicBezTo>
                  <a:cubicBezTo>
                    <a:pt x="29" y="287"/>
                    <a:pt x="27" y="302"/>
                    <a:pt x="26" y="302"/>
                  </a:cubicBezTo>
                  <a:cubicBezTo>
                    <a:pt x="26" y="302"/>
                    <a:pt x="26" y="300"/>
                    <a:pt x="27" y="296"/>
                  </a:cubicBezTo>
                  <a:lnTo>
                    <a:pt x="27" y="296"/>
                  </a:lnTo>
                  <a:cubicBezTo>
                    <a:pt x="25" y="304"/>
                    <a:pt x="25" y="311"/>
                    <a:pt x="24" y="318"/>
                  </a:cubicBezTo>
                  <a:cubicBezTo>
                    <a:pt x="19" y="350"/>
                    <a:pt x="13" y="384"/>
                    <a:pt x="6" y="416"/>
                  </a:cubicBezTo>
                  <a:cubicBezTo>
                    <a:pt x="0" y="448"/>
                    <a:pt x="16" y="487"/>
                    <a:pt x="50" y="494"/>
                  </a:cubicBezTo>
                  <a:cubicBezTo>
                    <a:pt x="56" y="495"/>
                    <a:pt x="61" y="496"/>
                    <a:pt x="66" y="496"/>
                  </a:cubicBezTo>
                  <a:cubicBezTo>
                    <a:pt x="94" y="496"/>
                    <a:pt x="120" y="478"/>
                    <a:pt x="128" y="450"/>
                  </a:cubicBezTo>
                  <a:lnTo>
                    <a:pt x="128" y="451"/>
                  </a:lnTo>
                  <a:cubicBezTo>
                    <a:pt x="152" y="390"/>
                    <a:pt x="174" y="327"/>
                    <a:pt x="191" y="264"/>
                  </a:cubicBezTo>
                  <a:cubicBezTo>
                    <a:pt x="199" y="233"/>
                    <a:pt x="204" y="202"/>
                    <a:pt x="207" y="169"/>
                  </a:cubicBezTo>
                  <a:cubicBezTo>
                    <a:pt x="214" y="128"/>
                    <a:pt x="211" y="86"/>
                    <a:pt x="199" y="46"/>
                  </a:cubicBezTo>
                  <a:cubicBezTo>
                    <a:pt x="192" y="22"/>
                    <a:pt x="171" y="4"/>
                    <a:pt x="146" y="1"/>
                  </a:cubicBezTo>
                  <a:cubicBezTo>
                    <a:pt x="143" y="0"/>
                    <a:pt x="140" y="0"/>
                    <a:pt x="137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3" name="Google Shape;433;p25"/>
            <p:cNvSpPr/>
            <p:nvPr/>
          </p:nvSpPr>
          <p:spPr>
            <a:xfrm>
              <a:off x="6588360" y="4656960"/>
              <a:ext cx="35640" cy="17640"/>
            </a:xfrm>
            <a:custGeom>
              <a:rect b="b" l="l" r="r" t="t"/>
              <a:pathLst>
                <a:path extrusionOk="0" h="372" w="754">
                  <a:moveTo>
                    <a:pt x="98" y="0"/>
                  </a:moveTo>
                  <a:cubicBezTo>
                    <a:pt x="36" y="0"/>
                    <a:pt x="1" y="102"/>
                    <a:pt x="65" y="133"/>
                  </a:cubicBezTo>
                  <a:lnTo>
                    <a:pt x="65" y="132"/>
                  </a:lnTo>
                  <a:lnTo>
                    <a:pt x="355" y="269"/>
                  </a:lnTo>
                  <a:cubicBezTo>
                    <a:pt x="406" y="293"/>
                    <a:pt x="458" y="313"/>
                    <a:pt x="510" y="332"/>
                  </a:cubicBezTo>
                  <a:cubicBezTo>
                    <a:pt x="562" y="351"/>
                    <a:pt x="613" y="372"/>
                    <a:pt x="669" y="372"/>
                  </a:cubicBezTo>
                  <a:cubicBezTo>
                    <a:pt x="670" y="372"/>
                    <a:pt x="672" y="372"/>
                    <a:pt x="673" y="372"/>
                  </a:cubicBezTo>
                  <a:cubicBezTo>
                    <a:pt x="727" y="370"/>
                    <a:pt x="753" y="307"/>
                    <a:pt x="716" y="267"/>
                  </a:cubicBezTo>
                  <a:cubicBezTo>
                    <a:pt x="678" y="228"/>
                    <a:pt x="630" y="205"/>
                    <a:pt x="580" y="182"/>
                  </a:cubicBezTo>
                  <a:cubicBezTo>
                    <a:pt x="527" y="157"/>
                    <a:pt x="476" y="135"/>
                    <a:pt x="421" y="114"/>
                  </a:cubicBezTo>
                  <a:lnTo>
                    <a:pt x="120" y="4"/>
                  </a:lnTo>
                  <a:cubicBezTo>
                    <a:pt x="113" y="1"/>
                    <a:pt x="105" y="0"/>
                    <a:pt x="98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4" name="Google Shape;434;p25"/>
            <p:cNvSpPr/>
            <p:nvPr/>
          </p:nvSpPr>
          <p:spPr>
            <a:xfrm>
              <a:off x="6603840" y="4648320"/>
              <a:ext cx="25200" cy="20160"/>
            </a:xfrm>
            <a:custGeom>
              <a:rect b="b" l="l" r="r" t="t"/>
              <a:pathLst>
                <a:path extrusionOk="0" h="426" w="535">
                  <a:moveTo>
                    <a:pt x="111" y="0"/>
                  </a:moveTo>
                  <a:cubicBezTo>
                    <a:pt x="78" y="0"/>
                    <a:pt x="46" y="17"/>
                    <a:pt x="27" y="48"/>
                  </a:cubicBezTo>
                  <a:cubicBezTo>
                    <a:pt x="1" y="95"/>
                    <a:pt x="17" y="154"/>
                    <a:pt x="62" y="183"/>
                  </a:cubicBezTo>
                  <a:lnTo>
                    <a:pt x="61" y="183"/>
                  </a:lnTo>
                  <a:cubicBezTo>
                    <a:pt x="91" y="203"/>
                    <a:pt x="119" y="223"/>
                    <a:pt x="148" y="245"/>
                  </a:cubicBezTo>
                  <a:cubicBezTo>
                    <a:pt x="163" y="256"/>
                    <a:pt x="177" y="265"/>
                    <a:pt x="190" y="276"/>
                  </a:cubicBezTo>
                  <a:lnTo>
                    <a:pt x="201" y="284"/>
                  </a:lnTo>
                  <a:cubicBezTo>
                    <a:pt x="201" y="285"/>
                    <a:pt x="202" y="285"/>
                    <a:pt x="203" y="286"/>
                  </a:cubicBezTo>
                  <a:lnTo>
                    <a:pt x="203" y="286"/>
                  </a:lnTo>
                  <a:cubicBezTo>
                    <a:pt x="204" y="287"/>
                    <a:pt x="205" y="287"/>
                    <a:pt x="206" y="288"/>
                  </a:cubicBezTo>
                  <a:lnTo>
                    <a:pt x="218" y="297"/>
                  </a:lnTo>
                  <a:cubicBezTo>
                    <a:pt x="251" y="324"/>
                    <a:pt x="282" y="350"/>
                    <a:pt x="317" y="373"/>
                  </a:cubicBezTo>
                  <a:cubicBezTo>
                    <a:pt x="337" y="385"/>
                    <a:pt x="360" y="394"/>
                    <a:pt x="383" y="403"/>
                  </a:cubicBezTo>
                  <a:lnTo>
                    <a:pt x="404" y="411"/>
                  </a:lnTo>
                  <a:cubicBezTo>
                    <a:pt x="407" y="412"/>
                    <a:pt x="407" y="413"/>
                    <a:pt x="407" y="413"/>
                  </a:cubicBezTo>
                  <a:cubicBezTo>
                    <a:pt x="407" y="413"/>
                    <a:pt x="400" y="410"/>
                    <a:pt x="399" y="410"/>
                  </a:cubicBezTo>
                  <a:lnTo>
                    <a:pt x="399" y="410"/>
                  </a:lnTo>
                  <a:cubicBezTo>
                    <a:pt x="399" y="410"/>
                    <a:pt x="400" y="410"/>
                    <a:pt x="402" y="411"/>
                  </a:cubicBezTo>
                  <a:lnTo>
                    <a:pt x="417" y="417"/>
                  </a:lnTo>
                  <a:cubicBezTo>
                    <a:pt x="431" y="422"/>
                    <a:pt x="445" y="426"/>
                    <a:pt x="459" y="426"/>
                  </a:cubicBezTo>
                  <a:cubicBezTo>
                    <a:pt x="476" y="426"/>
                    <a:pt x="494" y="420"/>
                    <a:pt x="507" y="405"/>
                  </a:cubicBezTo>
                  <a:cubicBezTo>
                    <a:pt x="531" y="381"/>
                    <a:pt x="535" y="344"/>
                    <a:pt x="519" y="315"/>
                  </a:cubicBezTo>
                  <a:cubicBezTo>
                    <a:pt x="498" y="279"/>
                    <a:pt x="474" y="246"/>
                    <a:pt x="446" y="216"/>
                  </a:cubicBezTo>
                  <a:cubicBezTo>
                    <a:pt x="415" y="186"/>
                    <a:pt x="380" y="159"/>
                    <a:pt x="344" y="135"/>
                  </a:cubicBezTo>
                  <a:cubicBezTo>
                    <a:pt x="285" y="93"/>
                    <a:pt x="224" y="52"/>
                    <a:pt x="160" y="14"/>
                  </a:cubicBezTo>
                  <a:cubicBezTo>
                    <a:pt x="145" y="5"/>
                    <a:pt x="128" y="0"/>
                    <a:pt x="111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5" name="Google Shape;435;p25"/>
            <p:cNvSpPr/>
            <p:nvPr/>
          </p:nvSpPr>
          <p:spPr>
            <a:xfrm>
              <a:off x="5846400" y="3426480"/>
              <a:ext cx="188640" cy="159480"/>
            </a:xfrm>
            <a:custGeom>
              <a:rect b="b" l="l" r="r" t="t"/>
              <a:pathLst>
                <a:path extrusionOk="0" h="3333" w="3939">
                  <a:moveTo>
                    <a:pt x="3938" y="1397"/>
                  </a:moveTo>
                  <a:cubicBezTo>
                    <a:pt x="3938" y="1397"/>
                    <a:pt x="3268" y="899"/>
                    <a:pt x="2193" y="449"/>
                  </a:cubicBezTo>
                  <a:cubicBezTo>
                    <a:pt x="1118" y="1"/>
                    <a:pt x="11" y="266"/>
                    <a:pt x="6" y="299"/>
                  </a:cubicBezTo>
                  <a:cubicBezTo>
                    <a:pt x="0" y="330"/>
                    <a:pt x="684" y="2350"/>
                    <a:pt x="1556" y="2842"/>
                  </a:cubicBezTo>
                  <a:cubicBezTo>
                    <a:pt x="2429" y="3333"/>
                    <a:pt x="3806" y="3072"/>
                    <a:pt x="3806" y="3072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100000">
                  <a:srgbClr val="FFE8ED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79900" lIns="91425" spcFirstLastPara="1" rIns="91425" wrap="square" tIns="79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6" name="Google Shape;436;p25"/>
            <p:cNvSpPr/>
            <p:nvPr/>
          </p:nvSpPr>
          <p:spPr>
            <a:xfrm>
              <a:off x="6024960" y="3421440"/>
              <a:ext cx="33120" cy="182160"/>
            </a:xfrm>
            <a:custGeom>
              <a:rect b="b" l="l" r="r" t="t"/>
              <a:pathLst>
                <a:path extrusionOk="0" h="3809" w="700">
                  <a:moveTo>
                    <a:pt x="655" y="1"/>
                  </a:moveTo>
                  <a:cubicBezTo>
                    <a:pt x="648" y="1"/>
                    <a:pt x="640" y="3"/>
                    <a:pt x="633" y="7"/>
                  </a:cubicBezTo>
                  <a:cubicBezTo>
                    <a:pt x="508" y="81"/>
                    <a:pt x="457" y="223"/>
                    <a:pt x="399" y="353"/>
                  </a:cubicBezTo>
                  <a:cubicBezTo>
                    <a:pt x="332" y="500"/>
                    <a:pt x="268" y="652"/>
                    <a:pt x="213" y="803"/>
                  </a:cubicBezTo>
                  <a:cubicBezTo>
                    <a:pt x="105" y="1103"/>
                    <a:pt x="59" y="1429"/>
                    <a:pt x="32" y="1746"/>
                  </a:cubicBezTo>
                  <a:cubicBezTo>
                    <a:pt x="1" y="2110"/>
                    <a:pt x="14" y="2472"/>
                    <a:pt x="47" y="2835"/>
                  </a:cubicBezTo>
                  <a:cubicBezTo>
                    <a:pt x="64" y="3018"/>
                    <a:pt x="86" y="3200"/>
                    <a:pt x="112" y="3382"/>
                  </a:cubicBezTo>
                  <a:cubicBezTo>
                    <a:pt x="124" y="3469"/>
                    <a:pt x="125" y="3592"/>
                    <a:pt x="168" y="3671"/>
                  </a:cubicBezTo>
                  <a:cubicBezTo>
                    <a:pt x="197" y="3724"/>
                    <a:pt x="240" y="3757"/>
                    <a:pt x="282" y="3802"/>
                  </a:cubicBezTo>
                  <a:cubicBezTo>
                    <a:pt x="286" y="3807"/>
                    <a:pt x="291" y="3809"/>
                    <a:pt x="297" y="3809"/>
                  </a:cubicBezTo>
                  <a:cubicBezTo>
                    <a:pt x="304" y="3809"/>
                    <a:pt x="312" y="3805"/>
                    <a:pt x="317" y="3797"/>
                  </a:cubicBezTo>
                  <a:cubicBezTo>
                    <a:pt x="373" y="3667"/>
                    <a:pt x="387" y="3611"/>
                    <a:pt x="369" y="3462"/>
                  </a:cubicBezTo>
                  <a:cubicBezTo>
                    <a:pt x="348" y="3277"/>
                    <a:pt x="321" y="3094"/>
                    <a:pt x="305" y="2908"/>
                  </a:cubicBezTo>
                  <a:cubicBezTo>
                    <a:pt x="272" y="2555"/>
                    <a:pt x="265" y="2199"/>
                    <a:pt x="284" y="1844"/>
                  </a:cubicBezTo>
                  <a:cubicBezTo>
                    <a:pt x="301" y="1523"/>
                    <a:pt x="356" y="1210"/>
                    <a:pt x="427" y="896"/>
                  </a:cubicBezTo>
                  <a:cubicBezTo>
                    <a:pt x="460" y="744"/>
                    <a:pt x="497" y="599"/>
                    <a:pt x="555" y="453"/>
                  </a:cubicBezTo>
                  <a:cubicBezTo>
                    <a:pt x="607" y="320"/>
                    <a:pt x="700" y="191"/>
                    <a:pt x="698" y="44"/>
                  </a:cubicBezTo>
                  <a:cubicBezTo>
                    <a:pt x="698" y="18"/>
                    <a:pt x="678" y="1"/>
                    <a:pt x="65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075" lIns="91425" spcFirstLastPara="1" rIns="91425" wrap="square" tIns="91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7" name="Google Shape;437;p25"/>
            <p:cNvSpPr/>
            <p:nvPr/>
          </p:nvSpPr>
          <p:spPr>
            <a:xfrm>
              <a:off x="5794200" y="3409920"/>
              <a:ext cx="239040" cy="90720"/>
            </a:xfrm>
            <a:custGeom>
              <a:rect b="b" l="l" r="r" t="t"/>
              <a:pathLst>
                <a:path extrusionOk="0" h="1902" w="4994">
                  <a:moveTo>
                    <a:pt x="128" y="0"/>
                  </a:moveTo>
                  <a:cubicBezTo>
                    <a:pt x="1" y="0"/>
                    <a:pt x="6" y="207"/>
                    <a:pt x="135" y="219"/>
                  </a:cubicBezTo>
                  <a:cubicBezTo>
                    <a:pt x="1056" y="313"/>
                    <a:pt x="1995" y="398"/>
                    <a:pt x="2880" y="696"/>
                  </a:cubicBezTo>
                  <a:cubicBezTo>
                    <a:pt x="3261" y="820"/>
                    <a:pt x="3624" y="992"/>
                    <a:pt x="3962" y="1205"/>
                  </a:cubicBezTo>
                  <a:cubicBezTo>
                    <a:pt x="4148" y="1322"/>
                    <a:pt x="4318" y="1457"/>
                    <a:pt x="4488" y="1600"/>
                  </a:cubicBezTo>
                  <a:cubicBezTo>
                    <a:pt x="4616" y="1709"/>
                    <a:pt x="4742" y="1834"/>
                    <a:pt x="4897" y="1898"/>
                  </a:cubicBezTo>
                  <a:cubicBezTo>
                    <a:pt x="4904" y="1900"/>
                    <a:pt x="4910" y="1901"/>
                    <a:pt x="4917" y="1901"/>
                  </a:cubicBezTo>
                  <a:cubicBezTo>
                    <a:pt x="4959" y="1901"/>
                    <a:pt x="4994" y="1851"/>
                    <a:pt x="4982" y="1808"/>
                  </a:cubicBezTo>
                  <a:cubicBezTo>
                    <a:pt x="4882" y="1444"/>
                    <a:pt x="4460" y="1172"/>
                    <a:pt x="4172" y="986"/>
                  </a:cubicBezTo>
                  <a:cubicBezTo>
                    <a:pt x="3815" y="752"/>
                    <a:pt x="3425" y="575"/>
                    <a:pt x="3026" y="440"/>
                  </a:cubicBezTo>
                  <a:cubicBezTo>
                    <a:pt x="2092" y="124"/>
                    <a:pt x="1109" y="56"/>
                    <a:pt x="135" y="0"/>
                  </a:cubicBezTo>
                  <a:cubicBezTo>
                    <a:pt x="132" y="0"/>
                    <a:pt x="130" y="0"/>
                    <a:pt x="128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5350" lIns="91425" spcFirstLastPara="1" rIns="91425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6420240" y="3294360"/>
              <a:ext cx="176040" cy="179280"/>
            </a:xfrm>
            <a:custGeom>
              <a:rect b="b" l="l" r="r" t="t"/>
              <a:pathLst>
                <a:path extrusionOk="0" h="3744" w="3683">
                  <a:moveTo>
                    <a:pt x="0" y="2044"/>
                  </a:moveTo>
                  <a:cubicBezTo>
                    <a:pt x="0" y="2044"/>
                    <a:pt x="474" y="1487"/>
                    <a:pt x="1384" y="761"/>
                  </a:cubicBezTo>
                  <a:cubicBezTo>
                    <a:pt x="2295" y="33"/>
                    <a:pt x="3654" y="1"/>
                    <a:pt x="3668" y="31"/>
                  </a:cubicBezTo>
                  <a:cubicBezTo>
                    <a:pt x="3682" y="60"/>
                    <a:pt x="3581" y="2190"/>
                    <a:pt x="2877" y="2903"/>
                  </a:cubicBezTo>
                  <a:cubicBezTo>
                    <a:pt x="2173" y="3617"/>
                    <a:pt x="776" y="3743"/>
                    <a:pt x="776" y="3743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100000">
                  <a:srgbClr val="FFE8ED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</p:spPr>
          <p:txBody>
            <a:bodyPr anchorCtr="0" anchor="ctr" bIns="89625" lIns="91425" spcFirstLastPara="1" rIns="91425" wrap="square" tIns="89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9" name="Google Shape;439;p25"/>
            <p:cNvSpPr/>
            <p:nvPr/>
          </p:nvSpPr>
          <p:spPr>
            <a:xfrm>
              <a:off x="6382440" y="3362400"/>
              <a:ext cx="79920" cy="156960"/>
            </a:xfrm>
            <a:custGeom>
              <a:rect b="b" l="l" r="r" t="t"/>
              <a:pathLst>
                <a:path extrusionOk="0" h="3282" w="1674">
                  <a:moveTo>
                    <a:pt x="4" y="0"/>
                  </a:moveTo>
                  <a:cubicBezTo>
                    <a:pt x="2" y="0"/>
                    <a:pt x="0" y="3"/>
                    <a:pt x="2" y="4"/>
                  </a:cubicBezTo>
                  <a:cubicBezTo>
                    <a:pt x="245" y="194"/>
                    <a:pt x="456" y="464"/>
                    <a:pt x="630" y="719"/>
                  </a:cubicBezTo>
                  <a:cubicBezTo>
                    <a:pt x="812" y="987"/>
                    <a:pt x="977" y="1261"/>
                    <a:pt x="1100" y="1561"/>
                  </a:cubicBezTo>
                  <a:cubicBezTo>
                    <a:pt x="1217" y="1848"/>
                    <a:pt x="1300" y="2148"/>
                    <a:pt x="1344" y="2454"/>
                  </a:cubicBezTo>
                  <a:cubicBezTo>
                    <a:pt x="1368" y="2611"/>
                    <a:pt x="1383" y="2769"/>
                    <a:pt x="1385" y="2927"/>
                  </a:cubicBezTo>
                  <a:cubicBezTo>
                    <a:pt x="1386" y="3049"/>
                    <a:pt x="1368" y="3194"/>
                    <a:pt x="1481" y="3273"/>
                  </a:cubicBezTo>
                  <a:cubicBezTo>
                    <a:pt x="1490" y="3279"/>
                    <a:pt x="1501" y="3282"/>
                    <a:pt x="1512" y="3282"/>
                  </a:cubicBezTo>
                  <a:cubicBezTo>
                    <a:pt x="1523" y="3282"/>
                    <a:pt x="1533" y="3279"/>
                    <a:pt x="1543" y="3273"/>
                  </a:cubicBezTo>
                  <a:cubicBezTo>
                    <a:pt x="1673" y="3207"/>
                    <a:pt x="1660" y="3025"/>
                    <a:pt x="1659" y="2903"/>
                  </a:cubicBezTo>
                  <a:cubicBezTo>
                    <a:pt x="1658" y="2735"/>
                    <a:pt x="1645" y="2569"/>
                    <a:pt x="1618" y="2404"/>
                  </a:cubicBezTo>
                  <a:cubicBezTo>
                    <a:pt x="1568" y="2072"/>
                    <a:pt x="1462" y="1746"/>
                    <a:pt x="1323" y="1442"/>
                  </a:cubicBezTo>
                  <a:cubicBezTo>
                    <a:pt x="1189" y="1149"/>
                    <a:pt x="1012" y="860"/>
                    <a:pt x="792" y="623"/>
                  </a:cubicBezTo>
                  <a:cubicBezTo>
                    <a:pt x="557" y="367"/>
                    <a:pt x="292" y="19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78475" lIns="91425" spcFirstLastPara="1" rIns="91425" wrap="square" tIns="78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0" name="Google Shape;440;p25"/>
            <p:cNvSpPr/>
            <p:nvPr/>
          </p:nvSpPr>
          <p:spPr>
            <a:xfrm>
              <a:off x="6411600" y="3271680"/>
              <a:ext cx="200880" cy="124920"/>
            </a:xfrm>
            <a:custGeom>
              <a:rect b="b" l="l" r="r" t="t"/>
              <a:pathLst>
                <a:path extrusionOk="0" h="2613" w="4196">
                  <a:moveTo>
                    <a:pt x="4131" y="1"/>
                  </a:moveTo>
                  <a:cubicBezTo>
                    <a:pt x="4131" y="1"/>
                    <a:pt x="4130" y="1"/>
                    <a:pt x="4130" y="1"/>
                  </a:cubicBezTo>
                  <a:cubicBezTo>
                    <a:pt x="3736" y="7"/>
                    <a:pt x="3378" y="154"/>
                    <a:pt x="3018" y="306"/>
                  </a:cubicBezTo>
                  <a:cubicBezTo>
                    <a:pt x="2625" y="471"/>
                    <a:pt x="2246" y="667"/>
                    <a:pt x="1885" y="894"/>
                  </a:cubicBezTo>
                  <a:cubicBezTo>
                    <a:pt x="1178" y="1334"/>
                    <a:pt x="561" y="1888"/>
                    <a:pt x="30" y="2528"/>
                  </a:cubicBezTo>
                  <a:cubicBezTo>
                    <a:pt x="0" y="2564"/>
                    <a:pt x="32" y="2613"/>
                    <a:pt x="67" y="2613"/>
                  </a:cubicBezTo>
                  <a:cubicBezTo>
                    <a:pt x="78" y="2613"/>
                    <a:pt x="90" y="2608"/>
                    <a:pt x="100" y="2597"/>
                  </a:cubicBezTo>
                  <a:cubicBezTo>
                    <a:pt x="644" y="1995"/>
                    <a:pt x="1285" y="1478"/>
                    <a:pt x="1980" y="1059"/>
                  </a:cubicBezTo>
                  <a:cubicBezTo>
                    <a:pt x="2329" y="848"/>
                    <a:pt x="2692" y="665"/>
                    <a:pt x="3070" y="511"/>
                  </a:cubicBezTo>
                  <a:cubicBezTo>
                    <a:pt x="3431" y="363"/>
                    <a:pt x="3809" y="270"/>
                    <a:pt x="4154" y="87"/>
                  </a:cubicBezTo>
                  <a:cubicBezTo>
                    <a:pt x="4195" y="66"/>
                    <a:pt x="4176" y="1"/>
                    <a:pt x="4131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62625" lIns="91425" spcFirstLastPara="1" rIns="91425" wrap="square" tIns="62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41" name="Google Shape;441;p25"/>
          <p:cNvGrpSpPr/>
          <p:nvPr/>
        </p:nvGrpSpPr>
        <p:grpSpPr>
          <a:xfrm>
            <a:off x="5744446" y="3043083"/>
            <a:ext cx="281601" cy="219594"/>
            <a:chOff x="5744446" y="3043083"/>
            <a:chExt cx="281601" cy="219594"/>
          </a:xfrm>
        </p:grpSpPr>
        <p:sp>
          <p:nvSpPr>
            <p:cNvPr id="442" name="Google Shape;442;p25"/>
            <p:cNvSpPr/>
            <p:nvPr/>
          </p:nvSpPr>
          <p:spPr>
            <a:xfrm rot="-127200">
              <a:off x="5747760" y="3062520"/>
              <a:ext cx="123840" cy="1814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 rot="2151600">
              <a:off x="5860800" y="3062160"/>
              <a:ext cx="123840" cy="1814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6"/>
          <p:cNvSpPr/>
          <p:nvPr/>
        </p:nvSpPr>
        <p:spPr>
          <a:xfrm>
            <a:off x="5048280" y="762120"/>
            <a:ext cx="2285640" cy="6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 u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sz="5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9" name="Google Shape;449;p26"/>
          <p:cNvSpPr/>
          <p:nvPr/>
        </p:nvSpPr>
        <p:spPr>
          <a:xfrm>
            <a:off x="5048280" y="1428840"/>
            <a:ext cx="3238200" cy="142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0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Model &amp; </a:t>
            </a:r>
            <a:r>
              <a:rPr b="0" lang="en" sz="4000" u="none" strike="noStrike">
                <a:solidFill>
                  <a:schemeClr val="lt2"/>
                </a:solidFill>
                <a:latin typeface="Englebert"/>
                <a:ea typeface="Englebert"/>
                <a:cs typeface="Englebert"/>
                <a:sym typeface="Englebert"/>
              </a:rPr>
              <a:t>Results</a:t>
            </a:r>
            <a:endParaRPr b="0" sz="4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descr="image69fd675de8bdd" id="450" name="Google Shape;450;p26"/>
          <p:cNvSpPr/>
          <p:nvPr/>
        </p:nvSpPr>
        <p:spPr>
          <a:xfrm>
            <a:off x="685800" y="514440"/>
            <a:ext cx="3200040" cy="411444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 txBox="1"/>
          <p:nvPr>
            <p:ph type="title"/>
          </p:nvPr>
        </p:nvSpPr>
        <p:spPr>
          <a:xfrm>
            <a:off x="1295280" y="1343160"/>
            <a:ext cx="384768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 lnSpcReduction="1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Englebert"/>
              <a:buNone/>
            </a:pPr>
            <a:r>
              <a:rPr b="0" lang="en" sz="3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CNN </a:t>
            </a:r>
            <a:r>
              <a:rPr b="0" lang="en" sz="3500" u="none" strike="noStrike">
                <a:solidFill>
                  <a:schemeClr val="lt2"/>
                </a:solidFill>
                <a:latin typeface="Englebert"/>
                <a:ea typeface="Englebert"/>
                <a:cs typeface="Englebert"/>
                <a:sym typeface="Englebert"/>
              </a:rPr>
              <a:t>architecture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7"/>
          <p:cNvSpPr txBox="1"/>
          <p:nvPr>
            <p:ph idx="1" type="subTitle"/>
          </p:nvPr>
        </p:nvSpPr>
        <p:spPr>
          <a:xfrm>
            <a:off x="1295280" y="1952640"/>
            <a:ext cx="4952520" cy="184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42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Stacked Conv2D layers for feature extraction, MaxPooling for spatial reduction, and Dense layers for decision-making. 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42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42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Sigmoid output for binary probability. Implemented in </a:t>
            </a:r>
            <a:r>
              <a:rPr b="1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TensorFlow/Keras</a:t>
            </a: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for rapid prototyping and deployment.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57" name="Google Shape;457;p27"/>
          <p:cNvGrpSpPr/>
          <p:nvPr/>
        </p:nvGrpSpPr>
        <p:grpSpPr>
          <a:xfrm>
            <a:off x="6614280" y="2837520"/>
            <a:ext cx="1663920" cy="1851480"/>
            <a:chOff x="6614280" y="2837520"/>
            <a:chExt cx="1663920" cy="1851480"/>
          </a:xfrm>
        </p:grpSpPr>
        <p:sp>
          <p:nvSpPr>
            <p:cNvPr id="458" name="Google Shape;458;p27"/>
            <p:cNvSpPr/>
            <p:nvPr/>
          </p:nvSpPr>
          <p:spPr>
            <a:xfrm>
              <a:off x="8098200" y="3630240"/>
              <a:ext cx="180000" cy="284760"/>
            </a:xfrm>
            <a:custGeom>
              <a:rect b="b" l="l" r="r" t="t"/>
              <a:pathLst>
                <a:path extrusionOk="0" h="7398" w="4676">
                  <a:moveTo>
                    <a:pt x="1433" y="0"/>
                  </a:moveTo>
                  <a:cubicBezTo>
                    <a:pt x="1430" y="0"/>
                    <a:pt x="1429" y="2"/>
                    <a:pt x="1430" y="7"/>
                  </a:cubicBezTo>
                  <a:cubicBezTo>
                    <a:pt x="2095" y="2549"/>
                    <a:pt x="927" y="4743"/>
                    <a:pt x="249" y="5743"/>
                  </a:cubicBezTo>
                  <a:cubicBezTo>
                    <a:pt x="1" y="6107"/>
                    <a:pt x="7" y="6588"/>
                    <a:pt x="262" y="6949"/>
                  </a:cubicBezTo>
                  <a:cubicBezTo>
                    <a:pt x="475" y="7248"/>
                    <a:pt x="803" y="7398"/>
                    <a:pt x="1132" y="7398"/>
                  </a:cubicBezTo>
                  <a:cubicBezTo>
                    <a:pt x="1453" y="7398"/>
                    <a:pt x="1775" y="7255"/>
                    <a:pt x="1988" y="6968"/>
                  </a:cubicBezTo>
                  <a:cubicBezTo>
                    <a:pt x="4675" y="3351"/>
                    <a:pt x="1554" y="0"/>
                    <a:pt x="1433" y="0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8094960" y="3817800"/>
              <a:ext cx="90000" cy="97560"/>
            </a:xfrm>
            <a:custGeom>
              <a:rect b="b" l="l" r="r" t="t"/>
              <a:pathLst>
                <a:path extrusionOk="0" h="2537" w="2343">
                  <a:moveTo>
                    <a:pt x="846" y="0"/>
                  </a:moveTo>
                  <a:cubicBezTo>
                    <a:pt x="691" y="300"/>
                    <a:pt x="520" y="591"/>
                    <a:pt x="329" y="871"/>
                  </a:cubicBezTo>
                  <a:cubicBezTo>
                    <a:pt x="0" y="1352"/>
                    <a:pt x="116" y="2007"/>
                    <a:pt x="594" y="2342"/>
                  </a:cubicBezTo>
                  <a:cubicBezTo>
                    <a:pt x="781" y="2473"/>
                    <a:pt x="995" y="2537"/>
                    <a:pt x="1206" y="2537"/>
                  </a:cubicBezTo>
                  <a:cubicBezTo>
                    <a:pt x="1536" y="2537"/>
                    <a:pt x="1860" y="2384"/>
                    <a:pt x="2068" y="2097"/>
                  </a:cubicBezTo>
                  <a:cubicBezTo>
                    <a:pt x="2168" y="1965"/>
                    <a:pt x="2258" y="1829"/>
                    <a:pt x="2342" y="1697"/>
                  </a:cubicBezTo>
                  <a:cubicBezTo>
                    <a:pt x="2213" y="1491"/>
                    <a:pt x="2075" y="1284"/>
                    <a:pt x="1929" y="1091"/>
                  </a:cubicBezTo>
                  <a:cubicBezTo>
                    <a:pt x="1633" y="694"/>
                    <a:pt x="1271" y="291"/>
                    <a:pt x="846" y="0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48950" lIns="91425" spcFirstLastPara="1" rIns="91425" wrap="square" tIns="4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6801840" y="2859480"/>
              <a:ext cx="727560" cy="618480"/>
            </a:xfrm>
            <a:custGeom>
              <a:rect b="b" l="l" r="r" t="t"/>
              <a:pathLst>
                <a:path extrusionOk="0" h="16059" w="18888">
                  <a:moveTo>
                    <a:pt x="18888" y="1"/>
                  </a:moveTo>
                  <a:lnTo>
                    <a:pt x="18888" y="1"/>
                  </a:lnTo>
                  <a:cubicBezTo>
                    <a:pt x="1236" y="1994"/>
                    <a:pt x="1" y="16059"/>
                    <a:pt x="1" y="16059"/>
                  </a:cubicBezTo>
                  <a:lnTo>
                    <a:pt x="11543" y="12565"/>
                  </a:lnTo>
                  <a:cubicBezTo>
                    <a:pt x="12439" y="8975"/>
                    <a:pt x="18888" y="1"/>
                    <a:pt x="18888" y="1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6801840" y="2859120"/>
              <a:ext cx="727920" cy="618840"/>
            </a:xfrm>
            <a:custGeom>
              <a:rect b="b" l="l" r="r" t="t"/>
              <a:pathLst>
                <a:path extrusionOk="0" h="16062" w="18891">
                  <a:moveTo>
                    <a:pt x="18891" y="1"/>
                  </a:moveTo>
                  <a:cubicBezTo>
                    <a:pt x="1236" y="1997"/>
                    <a:pt x="1" y="16062"/>
                    <a:pt x="1" y="16062"/>
                  </a:cubicBezTo>
                  <a:lnTo>
                    <a:pt x="2517" y="15297"/>
                  </a:lnTo>
                  <a:lnTo>
                    <a:pt x="11543" y="12565"/>
                  </a:lnTo>
                  <a:cubicBezTo>
                    <a:pt x="12236" y="9781"/>
                    <a:pt x="16278" y="3752"/>
                    <a:pt x="18052" y="1194"/>
                  </a:cubicBezTo>
                  <a:cubicBezTo>
                    <a:pt x="18565" y="452"/>
                    <a:pt x="18891" y="1"/>
                    <a:pt x="18891" y="1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6898680" y="2905200"/>
              <a:ext cx="598320" cy="543240"/>
            </a:xfrm>
            <a:custGeom>
              <a:rect b="b" l="l" r="r" t="t"/>
              <a:pathLst>
                <a:path extrusionOk="0" h="14104" w="15537">
                  <a:moveTo>
                    <a:pt x="15536" y="0"/>
                  </a:moveTo>
                  <a:cubicBezTo>
                    <a:pt x="3936" y="2510"/>
                    <a:pt x="807" y="10742"/>
                    <a:pt x="1" y="14103"/>
                  </a:cubicBezTo>
                  <a:lnTo>
                    <a:pt x="9027" y="11371"/>
                  </a:lnTo>
                  <a:cubicBezTo>
                    <a:pt x="9723" y="8587"/>
                    <a:pt x="13762" y="2558"/>
                    <a:pt x="15536" y="0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7394400" y="2837520"/>
              <a:ext cx="477360" cy="768240"/>
            </a:xfrm>
            <a:custGeom>
              <a:rect b="b" l="l" r="r" t="t"/>
              <a:pathLst>
                <a:path extrusionOk="0" h="19942" w="12397">
                  <a:moveTo>
                    <a:pt x="8026" y="0"/>
                  </a:moveTo>
                  <a:cubicBezTo>
                    <a:pt x="3855" y="2694"/>
                    <a:pt x="0" y="12581"/>
                    <a:pt x="0" y="12581"/>
                  </a:cubicBezTo>
                  <a:lnTo>
                    <a:pt x="5626" y="19003"/>
                  </a:lnTo>
                  <a:lnTo>
                    <a:pt x="6449" y="19942"/>
                  </a:lnTo>
                  <a:cubicBezTo>
                    <a:pt x="12142" y="17903"/>
                    <a:pt x="12397" y="11258"/>
                    <a:pt x="8436" y="1042"/>
                  </a:cubicBezTo>
                  <a:cubicBezTo>
                    <a:pt x="8310" y="700"/>
                    <a:pt x="8171" y="352"/>
                    <a:pt x="8026" y="0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7569000" y="2877840"/>
              <a:ext cx="302760" cy="727920"/>
            </a:xfrm>
            <a:custGeom>
              <a:rect b="b" l="l" r="r" t="t"/>
              <a:pathLst>
                <a:path extrusionOk="0" h="18900" w="7868">
                  <a:moveTo>
                    <a:pt x="3907" y="0"/>
                  </a:moveTo>
                  <a:lnTo>
                    <a:pt x="3907" y="0"/>
                  </a:lnTo>
                  <a:cubicBezTo>
                    <a:pt x="752" y="3078"/>
                    <a:pt x="0" y="9307"/>
                    <a:pt x="1097" y="17961"/>
                  </a:cubicBezTo>
                  <a:lnTo>
                    <a:pt x="1920" y="18900"/>
                  </a:lnTo>
                  <a:cubicBezTo>
                    <a:pt x="7613" y="16861"/>
                    <a:pt x="7868" y="10216"/>
                    <a:pt x="3907" y="0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100000">
                  <a:srgbClr val="FFE8ED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7187760" y="4110120"/>
              <a:ext cx="277920" cy="578880"/>
            </a:xfrm>
            <a:custGeom>
              <a:rect b="b" l="l" r="r" t="t"/>
              <a:pathLst>
                <a:path extrusionOk="0" h="15024" w="7220">
                  <a:moveTo>
                    <a:pt x="3956" y="0"/>
                  </a:moveTo>
                  <a:cubicBezTo>
                    <a:pt x="3641" y="0"/>
                    <a:pt x="3318" y="55"/>
                    <a:pt x="3001" y="172"/>
                  </a:cubicBezTo>
                  <a:cubicBezTo>
                    <a:pt x="1407" y="756"/>
                    <a:pt x="713" y="2620"/>
                    <a:pt x="1533" y="4104"/>
                  </a:cubicBezTo>
                  <a:cubicBezTo>
                    <a:pt x="2188" y="5291"/>
                    <a:pt x="3013" y="7107"/>
                    <a:pt x="3426" y="8040"/>
                  </a:cubicBezTo>
                  <a:cubicBezTo>
                    <a:pt x="3601" y="8430"/>
                    <a:pt x="3681" y="8856"/>
                    <a:pt x="3659" y="9285"/>
                  </a:cubicBezTo>
                  <a:lnTo>
                    <a:pt x="3452" y="13559"/>
                  </a:lnTo>
                  <a:cubicBezTo>
                    <a:pt x="3452" y="13559"/>
                    <a:pt x="2706" y="13057"/>
                    <a:pt x="1869" y="13057"/>
                  </a:cubicBezTo>
                  <a:cubicBezTo>
                    <a:pt x="1303" y="13057"/>
                    <a:pt x="695" y="13287"/>
                    <a:pt x="249" y="14056"/>
                  </a:cubicBezTo>
                  <a:cubicBezTo>
                    <a:pt x="1" y="14485"/>
                    <a:pt x="326" y="15023"/>
                    <a:pt x="820" y="15023"/>
                  </a:cubicBezTo>
                  <a:lnTo>
                    <a:pt x="4165" y="15023"/>
                  </a:lnTo>
                  <a:cubicBezTo>
                    <a:pt x="4517" y="15023"/>
                    <a:pt x="4820" y="14765"/>
                    <a:pt x="4875" y="14417"/>
                  </a:cubicBezTo>
                  <a:cubicBezTo>
                    <a:pt x="5162" y="12627"/>
                    <a:pt x="6084" y="7401"/>
                    <a:pt x="7220" y="6159"/>
                  </a:cubicBezTo>
                  <a:cubicBezTo>
                    <a:pt x="6981" y="4965"/>
                    <a:pt x="6810" y="3759"/>
                    <a:pt x="6710" y="2546"/>
                  </a:cubicBezTo>
                  <a:cubicBezTo>
                    <a:pt x="6589" y="1061"/>
                    <a:pt x="5342" y="0"/>
                    <a:pt x="3956" y="0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7101000" y="3797280"/>
              <a:ext cx="1157760" cy="891720"/>
            </a:xfrm>
            <a:custGeom>
              <a:rect b="b" l="l" r="r" t="t"/>
              <a:pathLst>
                <a:path extrusionOk="0" h="23145" w="30049">
                  <a:moveTo>
                    <a:pt x="21678" y="0"/>
                  </a:moveTo>
                  <a:cubicBezTo>
                    <a:pt x="19706" y="0"/>
                    <a:pt x="17823" y="764"/>
                    <a:pt x="16252" y="1961"/>
                  </a:cubicBezTo>
                  <a:cubicBezTo>
                    <a:pt x="15249" y="2728"/>
                    <a:pt x="14334" y="3112"/>
                    <a:pt x="13508" y="3112"/>
                  </a:cubicBezTo>
                  <a:cubicBezTo>
                    <a:pt x="12327" y="3112"/>
                    <a:pt x="11326" y="2328"/>
                    <a:pt x="10507" y="761"/>
                  </a:cubicBezTo>
                  <a:lnTo>
                    <a:pt x="0" y="2316"/>
                  </a:lnTo>
                  <a:cubicBezTo>
                    <a:pt x="0" y="2316"/>
                    <a:pt x="178" y="2683"/>
                    <a:pt x="452" y="3315"/>
                  </a:cubicBezTo>
                  <a:cubicBezTo>
                    <a:pt x="1087" y="4803"/>
                    <a:pt x="2252" y="7751"/>
                    <a:pt x="2858" y="10815"/>
                  </a:cubicBezTo>
                  <a:cubicBezTo>
                    <a:pt x="3213" y="12625"/>
                    <a:pt x="4103" y="14312"/>
                    <a:pt x="5532" y="15477"/>
                  </a:cubicBezTo>
                  <a:cubicBezTo>
                    <a:pt x="6861" y="16559"/>
                    <a:pt x="8283" y="17029"/>
                    <a:pt x="9774" y="17029"/>
                  </a:cubicBezTo>
                  <a:cubicBezTo>
                    <a:pt x="12696" y="17029"/>
                    <a:pt x="15889" y="15225"/>
                    <a:pt x="19190" y="12686"/>
                  </a:cubicBezTo>
                  <a:cubicBezTo>
                    <a:pt x="19190" y="12686"/>
                    <a:pt x="19981" y="16922"/>
                    <a:pt x="25529" y="17496"/>
                  </a:cubicBezTo>
                  <a:cubicBezTo>
                    <a:pt x="25893" y="17535"/>
                    <a:pt x="26258" y="17557"/>
                    <a:pt x="26626" y="17560"/>
                  </a:cubicBezTo>
                  <a:cubicBezTo>
                    <a:pt x="26916" y="17564"/>
                    <a:pt x="27197" y="17667"/>
                    <a:pt x="27416" y="17860"/>
                  </a:cubicBezTo>
                  <a:cubicBezTo>
                    <a:pt x="27671" y="18083"/>
                    <a:pt x="27816" y="18405"/>
                    <a:pt x="27819" y="18744"/>
                  </a:cubicBezTo>
                  <a:lnTo>
                    <a:pt x="27819" y="18776"/>
                  </a:lnTo>
                  <a:cubicBezTo>
                    <a:pt x="27803" y="19822"/>
                    <a:pt x="27764" y="22012"/>
                    <a:pt x="27832" y="22215"/>
                  </a:cubicBezTo>
                  <a:cubicBezTo>
                    <a:pt x="27836" y="22226"/>
                    <a:pt x="27835" y="22231"/>
                    <a:pt x="27829" y="22231"/>
                  </a:cubicBezTo>
                  <a:cubicBezTo>
                    <a:pt x="27753" y="22231"/>
                    <a:pt x="26794" y="21223"/>
                    <a:pt x="25589" y="21223"/>
                  </a:cubicBezTo>
                  <a:cubicBezTo>
                    <a:pt x="24984" y="21223"/>
                    <a:pt x="24317" y="21478"/>
                    <a:pt x="23668" y="22241"/>
                  </a:cubicBezTo>
                  <a:cubicBezTo>
                    <a:pt x="23364" y="22592"/>
                    <a:pt x="23622" y="23144"/>
                    <a:pt x="24087" y="23144"/>
                  </a:cubicBezTo>
                  <a:lnTo>
                    <a:pt x="28635" y="23144"/>
                  </a:lnTo>
                  <a:cubicBezTo>
                    <a:pt x="28955" y="23141"/>
                    <a:pt x="29216" y="22892"/>
                    <a:pt x="29235" y="22576"/>
                  </a:cubicBezTo>
                  <a:lnTo>
                    <a:pt x="29445" y="18367"/>
                  </a:lnTo>
                  <a:cubicBezTo>
                    <a:pt x="29461" y="18022"/>
                    <a:pt x="29329" y="17689"/>
                    <a:pt x="29084" y="17451"/>
                  </a:cubicBezTo>
                  <a:lnTo>
                    <a:pt x="26771" y="15212"/>
                  </a:lnTo>
                  <a:cubicBezTo>
                    <a:pt x="26771" y="15212"/>
                    <a:pt x="26468" y="13777"/>
                    <a:pt x="28103" y="10757"/>
                  </a:cubicBezTo>
                  <a:cubicBezTo>
                    <a:pt x="30048" y="7157"/>
                    <a:pt x="28813" y="2574"/>
                    <a:pt x="25132" y="780"/>
                  </a:cubicBezTo>
                  <a:cubicBezTo>
                    <a:pt x="24145" y="296"/>
                    <a:pt x="23051" y="32"/>
                    <a:pt x="21871" y="3"/>
                  </a:cubicBezTo>
                  <a:cubicBezTo>
                    <a:pt x="21807" y="1"/>
                    <a:pt x="21742" y="0"/>
                    <a:pt x="21678" y="0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7118280" y="3843000"/>
              <a:ext cx="1109520" cy="628200"/>
            </a:xfrm>
            <a:custGeom>
              <a:rect b="b" l="l" r="r" t="t"/>
              <a:pathLst>
                <a:path extrusionOk="0" h="16309" w="28798">
                  <a:moveTo>
                    <a:pt x="20352" y="1"/>
                  </a:moveTo>
                  <a:cubicBezTo>
                    <a:pt x="19886" y="1"/>
                    <a:pt x="19407" y="37"/>
                    <a:pt x="18917" y="109"/>
                  </a:cubicBezTo>
                  <a:cubicBezTo>
                    <a:pt x="17520" y="322"/>
                    <a:pt x="16233" y="967"/>
                    <a:pt x="15126" y="1848"/>
                  </a:cubicBezTo>
                  <a:cubicBezTo>
                    <a:pt x="14064" y="2692"/>
                    <a:pt x="13099" y="3114"/>
                    <a:pt x="12231" y="3114"/>
                  </a:cubicBezTo>
                  <a:cubicBezTo>
                    <a:pt x="11048" y="3114"/>
                    <a:pt x="10046" y="2330"/>
                    <a:pt x="9223" y="764"/>
                  </a:cubicBezTo>
                  <a:lnTo>
                    <a:pt x="1" y="2128"/>
                  </a:lnTo>
                  <a:cubicBezTo>
                    <a:pt x="636" y="3616"/>
                    <a:pt x="1801" y="6564"/>
                    <a:pt x="2407" y="9628"/>
                  </a:cubicBezTo>
                  <a:cubicBezTo>
                    <a:pt x="2762" y="11438"/>
                    <a:pt x="3652" y="13125"/>
                    <a:pt x="5081" y="14290"/>
                  </a:cubicBezTo>
                  <a:cubicBezTo>
                    <a:pt x="6410" y="15372"/>
                    <a:pt x="7832" y="15842"/>
                    <a:pt x="9323" y="15842"/>
                  </a:cubicBezTo>
                  <a:cubicBezTo>
                    <a:pt x="12245" y="15842"/>
                    <a:pt x="15438" y="14038"/>
                    <a:pt x="18739" y="11499"/>
                  </a:cubicBezTo>
                  <a:cubicBezTo>
                    <a:pt x="18739" y="11499"/>
                    <a:pt x="19530" y="15735"/>
                    <a:pt x="25078" y="16309"/>
                  </a:cubicBezTo>
                  <a:cubicBezTo>
                    <a:pt x="25091" y="16283"/>
                    <a:pt x="25100" y="16260"/>
                    <a:pt x="25110" y="16235"/>
                  </a:cubicBezTo>
                  <a:cubicBezTo>
                    <a:pt x="25333" y="15715"/>
                    <a:pt x="25436" y="15157"/>
                    <a:pt x="25481" y="14589"/>
                  </a:cubicBezTo>
                  <a:cubicBezTo>
                    <a:pt x="25539" y="13896"/>
                    <a:pt x="25810" y="12612"/>
                    <a:pt x="26855" y="10696"/>
                  </a:cubicBezTo>
                  <a:cubicBezTo>
                    <a:pt x="28797" y="7138"/>
                    <a:pt x="27497" y="2558"/>
                    <a:pt x="23849" y="780"/>
                  </a:cubicBezTo>
                  <a:cubicBezTo>
                    <a:pt x="22800" y="268"/>
                    <a:pt x="21624" y="1"/>
                    <a:pt x="20352" y="1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7101000" y="3846240"/>
              <a:ext cx="329400" cy="262440"/>
            </a:xfrm>
            <a:custGeom>
              <a:rect b="b" l="l" r="r" t="t"/>
              <a:pathLst>
                <a:path extrusionOk="0" h="6820" w="8559">
                  <a:moveTo>
                    <a:pt x="7032" y="1"/>
                  </a:moveTo>
                  <a:lnTo>
                    <a:pt x="0" y="1043"/>
                  </a:lnTo>
                  <a:cubicBezTo>
                    <a:pt x="865" y="2910"/>
                    <a:pt x="1597" y="4842"/>
                    <a:pt x="2181" y="6820"/>
                  </a:cubicBezTo>
                  <a:cubicBezTo>
                    <a:pt x="2226" y="6665"/>
                    <a:pt x="2297" y="6523"/>
                    <a:pt x="2394" y="6397"/>
                  </a:cubicBezTo>
                  <a:cubicBezTo>
                    <a:pt x="2787" y="5897"/>
                    <a:pt x="3445" y="5604"/>
                    <a:pt x="4020" y="5371"/>
                  </a:cubicBezTo>
                  <a:cubicBezTo>
                    <a:pt x="5000" y="4975"/>
                    <a:pt x="6084" y="4807"/>
                    <a:pt x="6994" y="4255"/>
                  </a:cubicBezTo>
                  <a:cubicBezTo>
                    <a:pt x="7890" y="3713"/>
                    <a:pt x="8558" y="2572"/>
                    <a:pt x="8371" y="1501"/>
                  </a:cubicBezTo>
                  <a:cubicBezTo>
                    <a:pt x="8245" y="778"/>
                    <a:pt x="7668" y="307"/>
                    <a:pt x="7032" y="1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7830000" y="4073400"/>
              <a:ext cx="120960" cy="228960"/>
            </a:xfrm>
            <a:custGeom>
              <a:rect b="b" l="l" r="r" t="t"/>
              <a:pathLst>
                <a:path extrusionOk="0" h="5948" w="3147">
                  <a:moveTo>
                    <a:pt x="2685" y="1"/>
                  </a:moveTo>
                  <a:cubicBezTo>
                    <a:pt x="2619" y="1"/>
                    <a:pt x="2550" y="23"/>
                    <a:pt x="2487" y="75"/>
                  </a:cubicBezTo>
                  <a:cubicBezTo>
                    <a:pt x="881" y="1429"/>
                    <a:pt x="0" y="3568"/>
                    <a:pt x="194" y="5658"/>
                  </a:cubicBezTo>
                  <a:cubicBezTo>
                    <a:pt x="210" y="5851"/>
                    <a:pt x="369" y="5948"/>
                    <a:pt x="520" y="5948"/>
                  </a:cubicBezTo>
                  <a:cubicBezTo>
                    <a:pt x="670" y="5948"/>
                    <a:pt x="812" y="5852"/>
                    <a:pt x="794" y="5658"/>
                  </a:cubicBezTo>
                  <a:cubicBezTo>
                    <a:pt x="616" y="3697"/>
                    <a:pt x="1410" y="1771"/>
                    <a:pt x="2913" y="497"/>
                  </a:cubicBezTo>
                  <a:cubicBezTo>
                    <a:pt x="3147" y="304"/>
                    <a:pt x="2932" y="1"/>
                    <a:pt x="2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7371000" y="4110480"/>
              <a:ext cx="277920" cy="578520"/>
            </a:xfrm>
            <a:custGeom>
              <a:rect b="b" l="l" r="r" t="t"/>
              <a:pathLst>
                <a:path extrusionOk="0" h="15021" w="7220">
                  <a:moveTo>
                    <a:pt x="3960" y="0"/>
                  </a:moveTo>
                  <a:cubicBezTo>
                    <a:pt x="3645" y="0"/>
                    <a:pt x="3322" y="55"/>
                    <a:pt x="3004" y="172"/>
                  </a:cubicBezTo>
                  <a:lnTo>
                    <a:pt x="3001" y="169"/>
                  </a:lnTo>
                  <a:cubicBezTo>
                    <a:pt x="1410" y="753"/>
                    <a:pt x="713" y="2617"/>
                    <a:pt x="1536" y="4101"/>
                  </a:cubicBezTo>
                  <a:cubicBezTo>
                    <a:pt x="2191" y="5288"/>
                    <a:pt x="3013" y="7104"/>
                    <a:pt x="3430" y="8037"/>
                  </a:cubicBezTo>
                  <a:cubicBezTo>
                    <a:pt x="3604" y="8427"/>
                    <a:pt x="3684" y="8853"/>
                    <a:pt x="3662" y="9282"/>
                  </a:cubicBezTo>
                  <a:lnTo>
                    <a:pt x="3455" y="13556"/>
                  </a:lnTo>
                  <a:cubicBezTo>
                    <a:pt x="3455" y="13556"/>
                    <a:pt x="2709" y="13054"/>
                    <a:pt x="1872" y="13054"/>
                  </a:cubicBezTo>
                  <a:cubicBezTo>
                    <a:pt x="1306" y="13054"/>
                    <a:pt x="699" y="13284"/>
                    <a:pt x="252" y="14053"/>
                  </a:cubicBezTo>
                  <a:cubicBezTo>
                    <a:pt x="1" y="14482"/>
                    <a:pt x="330" y="15020"/>
                    <a:pt x="823" y="15020"/>
                  </a:cubicBezTo>
                  <a:lnTo>
                    <a:pt x="4168" y="15020"/>
                  </a:lnTo>
                  <a:cubicBezTo>
                    <a:pt x="4520" y="15020"/>
                    <a:pt x="4820" y="14762"/>
                    <a:pt x="4878" y="14414"/>
                  </a:cubicBezTo>
                  <a:cubicBezTo>
                    <a:pt x="5165" y="12624"/>
                    <a:pt x="6088" y="7398"/>
                    <a:pt x="7220" y="6156"/>
                  </a:cubicBezTo>
                  <a:cubicBezTo>
                    <a:pt x="6984" y="4962"/>
                    <a:pt x="6813" y="3756"/>
                    <a:pt x="6713" y="2546"/>
                  </a:cubicBezTo>
                  <a:cubicBezTo>
                    <a:pt x="6592" y="1059"/>
                    <a:pt x="5346" y="0"/>
                    <a:pt x="3960" y="0"/>
                  </a:cubicBezTo>
                  <a:close/>
                </a:path>
              </a:pathLst>
            </a:custGeom>
            <a:solidFill>
              <a:srgbClr val="D480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6644880" y="3229200"/>
              <a:ext cx="1047240" cy="753480"/>
            </a:xfrm>
            <a:custGeom>
              <a:rect b="b" l="l" r="r" t="t"/>
              <a:pathLst>
                <a:path extrusionOk="0" h="19563" w="27178">
                  <a:moveTo>
                    <a:pt x="15249" y="0"/>
                  </a:moveTo>
                  <a:cubicBezTo>
                    <a:pt x="14949" y="0"/>
                    <a:pt x="14652" y="10"/>
                    <a:pt x="14356" y="33"/>
                  </a:cubicBezTo>
                  <a:cubicBezTo>
                    <a:pt x="8307" y="384"/>
                    <a:pt x="3549" y="4358"/>
                    <a:pt x="3549" y="9197"/>
                  </a:cubicBezTo>
                  <a:cubicBezTo>
                    <a:pt x="3553" y="10323"/>
                    <a:pt x="3811" y="11432"/>
                    <a:pt x="4301" y="12445"/>
                  </a:cubicBezTo>
                  <a:lnTo>
                    <a:pt x="1956" y="12445"/>
                  </a:lnTo>
                  <a:cubicBezTo>
                    <a:pt x="794" y="12445"/>
                    <a:pt x="1" y="13645"/>
                    <a:pt x="478" y="14703"/>
                  </a:cubicBezTo>
                  <a:cubicBezTo>
                    <a:pt x="1475" y="16916"/>
                    <a:pt x="3001" y="18216"/>
                    <a:pt x="4875" y="18906"/>
                  </a:cubicBezTo>
                  <a:cubicBezTo>
                    <a:pt x="5898" y="19284"/>
                    <a:pt x="7030" y="19480"/>
                    <a:pt x="8230" y="19539"/>
                  </a:cubicBezTo>
                  <a:cubicBezTo>
                    <a:pt x="8532" y="19555"/>
                    <a:pt x="8840" y="19562"/>
                    <a:pt x="9152" y="19562"/>
                  </a:cubicBezTo>
                  <a:cubicBezTo>
                    <a:pt x="10027" y="19562"/>
                    <a:pt x="10937" y="19502"/>
                    <a:pt x="11872" y="19400"/>
                  </a:cubicBezTo>
                  <a:cubicBezTo>
                    <a:pt x="13562" y="19213"/>
                    <a:pt x="15323" y="18890"/>
                    <a:pt x="17110" y="18529"/>
                  </a:cubicBezTo>
                  <a:cubicBezTo>
                    <a:pt x="17110" y="18529"/>
                    <a:pt x="26562" y="17797"/>
                    <a:pt x="26949" y="9197"/>
                  </a:cubicBezTo>
                  <a:cubicBezTo>
                    <a:pt x="27178" y="4126"/>
                    <a:pt x="21710" y="0"/>
                    <a:pt x="15249" y="0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6644880" y="3230280"/>
              <a:ext cx="977040" cy="751320"/>
            </a:xfrm>
            <a:custGeom>
              <a:rect b="b" l="l" r="r" t="t"/>
              <a:pathLst>
                <a:path extrusionOk="0" h="19507" w="25356">
                  <a:moveTo>
                    <a:pt x="14356" y="1"/>
                  </a:moveTo>
                  <a:cubicBezTo>
                    <a:pt x="8307" y="352"/>
                    <a:pt x="3549" y="4326"/>
                    <a:pt x="3549" y="9165"/>
                  </a:cubicBezTo>
                  <a:cubicBezTo>
                    <a:pt x="3553" y="10291"/>
                    <a:pt x="3811" y="11400"/>
                    <a:pt x="4301" y="12413"/>
                  </a:cubicBezTo>
                  <a:lnTo>
                    <a:pt x="1956" y="12413"/>
                  </a:lnTo>
                  <a:cubicBezTo>
                    <a:pt x="794" y="12413"/>
                    <a:pt x="1" y="13613"/>
                    <a:pt x="478" y="14671"/>
                  </a:cubicBezTo>
                  <a:cubicBezTo>
                    <a:pt x="1475" y="16884"/>
                    <a:pt x="3001" y="18184"/>
                    <a:pt x="4875" y="18874"/>
                  </a:cubicBezTo>
                  <a:cubicBezTo>
                    <a:pt x="5898" y="19252"/>
                    <a:pt x="7030" y="19448"/>
                    <a:pt x="8230" y="19507"/>
                  </a:cubicBezTo>
                  <a:cubicBezTo>
                    <a:pt x="8827" y="19484"/>
                    <a:pt x="9433" y="19432"/>
                    <a:pt x="10059" y="19368"/>
                  </a:cubicBezTo>
                  <a:cubicBezTo>
                    <a:pt x="11749" y="19181"/>
                    <a:pt x="13510" y="18858"/>
                    <a:pt x="15297" y="18497"/>
                  </a:cubicBezTo>
                  <a:cubicBezTo>
                    <a:pt x="15297" y="18497"/>
                    <a:pt x="24749" y="17765"/>
                    <a:pt x="25136" y="9165"/>
                  </a:cubicBezTo>
                  <a:cubicBezTo>
                    <a:pt x="25355" y="4333"/>
                    <a:pt x="20407" y="365"/>
                    <a:pt x="14356" y="1"/>
                  </a:cubicBezTo>
                  <a:close/>
                </a:path>
              </a:pathLst>
            </a:custGeom>
            <a:solidFill>
              <a:srgbClr val="F3A0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3" name="Google Shape;473;p27"/>
            <p:cNvSpPr/>
            <p:nvPr/>
          </p:nvSpPr>
          <p:spPr>
            <a:xfrm rot="-115200">
              <a:off x="7242120" y="3882240"/>
              <a:ext cx="60120" cy="59760"/>
            </a:xfrm>
            <a:custGeom>
              <a:rect b="b" l="l" r="r" t="t"/>
              <a:pathLst>
                <a:path extrusionOk="0" h="1593" w="1630">
                  <a:moveTo>
                    <a:pt x="1391" y="1"/>
                  </a:moveTo>
                  <a:cubicBezTo>
                    <a:pt x="1368" y="1"/>
                    <a:pt x="1345" y="2"/>
                    <a:pt x="1323" y="3"/>
                  </a:cubicBezTo>
                  <a:cubicBezTo>
                    <a:pt x="1242" y="6"/>
                    <a:pt x="1158" y="16"/>
                    <a:pt x="1078" y="29"/>
                  </a:cubicBezTo>
                  <a:cubicBezTo>
                    <a:pt x="710" y="81"/>
                    <a:pt x="358" y="213"/>
                    <a:pt x="42" y="410"/>
                  </a:cubicBezTo>
                  <a:cubicBezTo>
                    <a:pt x="13" y="429"/>
                    <a:pt x="0" y="471"/>
                    <a:pt x="19" y="503"/>
                  </a:cubicBezTo>
                  <a:cubicBezTo>
                    <a:pt x="39" y="529"/>
                    <a:pt x="65" y="552"/>
                    <a:pt x="84" y="577"/>
                  </a:cubicBezTo>
                  <a:cubicBezTo>
                    <a:pt x="84" y="584"/>
                    <a:pt x="81" y="593"/>
                    <a:pt x="87" y="600"/>
                  </a:cubicBezTo>
                  <a:cubicBezTo>
                    <a:pt x="236" y="871"/>
                    <a:pt x="429" y="1113"/>
                    <a:pt x="661" y="1319"/>
                  </a:cubicBezTo>
                  <a:cubicBezTo>
                    <a:pt x="716" y="1368"/>
                    <a:pt x="774" y="1413"/>
                    <a:pt x="832" y="1458"/>
                  </a:cubicBezTo>
                  <a:cubicBezTo>
                    <a:pt x="894" y="1510"/>
                    <a:pt x="965" y="1555"/>
                    <a:pt x="1039" y="1584"/>
                  </a:cubicBezTo>
                  <a:cubicBezTo>
                    <a:pt x="1061" y="1590"/>
                    <a:pt x="1082" y="1593"/>
                    <a:pt x="1102" y="1593"/>
                  </a:cubicBezTo>
                  <a:cubicBezTo>
                    <a:pt x="1217" y="1593"/>
                    <a:pt x="1290" y="1498"/>
                    <a:pt x="1342" y="1393"/>
                  </a:cubicBezTo>
                  <a:cubicBezTo>
                    <a:pt x="1490" y="1090"/>
                    <a:pt x="1574" y="764"/>
                    <a:pt x="1594" y="426"/>
                  </a:cubicBezTo>
                  <a:cubicBezTo>
                    <a:pt x="1597" y="310"/>
                    <a:pt x="1629" y="106"/>
                    <a:pt x="1513" y="29"/>
                  </a:cubicBezTo>
                  <a:cubicBezTo>
                    <a:pt x="1475" y="6"/>
                    <a:pt x="1433" y="1"/>
                    <a:pt x="13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4" name="Google Shape;474;p27"/>
            <p:cNvSpPr/>
            <p:nvPr/>
          </p:nvSpPr>
          <p:spPr>
            <a:xfrm rot="-115200">
              <a:off x="7192800" y="3900240"/>
              <a:ext cx="60120" cy="59760"/>
            </a:xfrm>
            <a:custGeom>
              <a:rect b="b" l="l" r="r" t="t"/>
              <a:pathLst>
                <a:path extrusionOk="0" h="1594" w="1633">
                  <a:moveTo>
                    <a:pt x="1391" y="1"/>
                  </a:moveTo>
                  <a:cubicBezTo>
                    <a:pt x="1368" y="1"/>
                    <a:pt x="1345" y="2"/>
                    <a:pt x="1323" y="3"/>
                  </a:cubicBezTo>
                  <a:cubicBezTo>
                    <a:pt x="1242" y="7"/>
                    <a:pt x="1158" y="16"/>
                    <a:pt x="1078" y="29"/>
                  </a:cubicBezTo>
                  <a:cubicBezTo>
                    <a:pt x="710" y="81"/>
                    <a:pt x="358" y="213"/>
                    <a:pt x="45" y="410"/>
                  </a:cubicBezTo>
                  <a:cubicBezTo>
                    <a:pt x="13" y="429"/>
                    <a:pt x="0" y="471"/>
                    <a:pt x="20" y="503"/>
                  </a:cubicBezTo>
                  <a:cubicBezTo>
                    <a:pt x="39" y="529"/>
                    <a:pt x="65" y="552"/>
                    <a:pt x="84" y="578"/>
                  </a:cubicBezTo>
                  <a:cubicBezTo>
                    <a:pt x="84" y="584"/>
                    <a:pt x="84" y="594"/>
                    <a:pt x="87" y="600"/>
                  </a:cubicBezTo>
                  <a:cubicBezTo>
                    <a:pt x="236" y="871"/>
                    <a:pt x="429" y="1113"/>
                    <a:pt x="661" y="1320"/>
                  </a:cubicBezTo>
                  <a:cubicBezTo>
                    <a:pt x="716" y="1368"/>
                    <a:pt x="774" y="1413"/>
                    <a:pt x="832" y="1458"/>
                  </a:cubicBezTo>
                  <a:cubicBezTo>
                    <a:pt x="894" y="1510"/>
                    <a:pt x="965" y="1552"/>
                    <a:pt x="1039" y="1584"/>
                  </a:cubicBezTo>
                  <a:cubicBezTo>
                    <a:pt x="1061" y="1590"/>
                    <a:pt x="1083" y="1593"/>
                    <a:pt x="1103" y="1593"/>
                  </a:cubicBezTo>
                  <a:cubicBezTo>
                    <a:pt x="1217" y="1593"/>
                    <a:pt x="1293" y="1498"/>
                    <a:pt x="1342" y="1394"/>
                  </a:cubicBezTo>
                  <a:cubicBezTo>
                    <a:pt x="1490" y="1091"/>
                    <a:pt x="1574" y="761"/>
                    <a:pt x="1594" y="426"/>
                  </a:cubicBezTo>
                  <a:cubicBezTo>
                    <a:pt x="1600" y="310"/>
                    <a:pt x="1632" y="110"/>
                    <a:pt x="1513" y="29"/>
                  </a:cubicBezTo>
                  <a:cubicBezTo>
                    <a:pt x="1475" y="6"/>
                    <a:pt x="1433" y="1"/>
                    <a:pt x="13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5" name="Google Shape;475;p27"/>
            <p:cNvSpPr/>
            <p:nvPr/>
          </p:nvSpPr>
          <p:spPr>
            <a:xfrm rot="-115200">
              <a:off x="7152480" y="3927960"/>
              <a:ext cx="60120" cy="59760"/>
            </a:xfrm>
            <a:custGeom>
              <a:rect b="b" l="l" r="r" t="t"/>
              <a:pathLst>
                <a:path extrusionOk="0" h="1594" w="1630">
                  <a:moveTo>
                    <a:pt x="1388" y="0"/>
                  </a:moveTo>
                  <a:cubicBezTo>
                    <a:pt x="1365" y="0"/>
                    <a:pt x="1342" y="2"/>
                    <a:pt x="1319" y="3"/>
                  </a:cubicBezTo>
                  <a:cubicBezTo>
                    <a:pt x="1239" y="9"/>
                    <a:pt x="1155" y="16"/>
                    <a:pt x="1074" y="28"/>
                  </a:cubicBezTo>
                  <a:cubicBezTo>
                    <a:pt x="706" y="80"/>
                    <a:pt x="355" y="212"/>
                    <a:pt x="42" y="409"/>
                  </a:cubicBezTo>
                  <a:cubicBezTo>
                    <a:pt x="10" y="428"/>
                    <a:pt x="0" y="470"/>
                    <a:pt x="16" y="503"/>
                  </a:cubicBezTo>
                  <a:cubicBezTo>
                    <a:pt x="36" y="528"/>
                    <a:pt x="61" y="551"/>
                    <a:pt x="81" y="577"/>
                  </a:cubicBezTo>
                  <a:cubicBezTo>
                    <a:pt x="81" y="583"/>
                    <a:pt x="81" y="593"/>
                    <a:pt x="84" y="599"/>
                  </a:cubicBezTo>
                  <a:cubicBezTo>
                    <a:pt x="232" y="870"/>
                    <a:pt x="429" y="1116"/>
                    <a:pt x="658" y="1319"/>
                  </a:cubicBezTo>
                  <a:cubicBezTo>
                    <a:pt x="713" y="1367"/>
                    <a:pt x="771" y="1412"/>
                    <a:pt x="829" y="1457"/>
                  </a:cubicBezTo>
                  <a:cubicBezTo>
                    <a:pt x="890" y="1512"/>
                    <a:pt x="961" y="1554"/>
                    <a:pt x="1039" y="1583"/>
                  </a:cubicBezTo>
                  <a:cubicBezTo>
                    <a:pt x="1062" y="1590"/>
                    <a:pt x="1084" y="1594"/>
                    <a:pt x="1105" y="1594"/>
                  </a:cubicBezTo>
                  <a:cubicBezTo>
                    <a:pt x="1216" y="1594"/>
                    <a:pt x="1290" y="1499"/>
                    <a:pt x="1342" y="1393"/>
                  </a:cubicBezTo>
                  <a:cubicBezTo>
                    <a:pt x="1487" y="1093"/>
                    <a:pt x="1571" y="764"/>
                    <a:pt x="1590" y="425"/>
                  </a:cubicBezTo>
                  <a:cubicBezTo>
                    <a:pt x="1597" y="309"/>
                    <a:pt x="1629" y="106"/>
                    <a:pt x="1510" y="28"/>
                  </a:cubicBezTo>
                  <a:cubicBezTo>
                    <a:pt x="1474" y="5"/>
                    <a:pt x="1431" y="0"/>
                    <a:pt x="1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6614280" y="3668760"/>
              <a:ext cx="212040" cy="184320"/>
            </a:xfrm>
            <a:custGeom>
              <a:rect b="b" l="l" r="r" t="t"/>
              <a:pathLst>
                <a:path extrusionOk="0" h="4791" w="5510">
                  <a:moveTo>
                    <a:pt x="2755" y="1"/>
                  </a:moveTo>
                  <a:cubicBezTo>
                    <a:pt x="1236" y="1"/>
                    <a:pt x="0" y="901"/>
                    <a:pt x="0" y="2014"/>
                  </a:cubicBezTo>
                  <a:cubicBezTo>
                    <a:pt x="0" y="3126"/>
                    <a:pt x="1120" y="4791"/>
                    <a:pt x="2642" y="4791"/>
                  </a:cubicBezTo>
                  <a:cubicBezTo>
                    <a:pt x="4162" y="4791"/>
                    <a:pt x="5510" y="3126"/>
                    <a:pt x="5510" y="2014"/>
                  </a:cubicBezTo>
                  <a:cubicBezTo>
                    <a:pt x="5510" y="904"/>
                    <a:pt x="4278" y="1"/>
                    <a:pt x="2755" y="1"/>
                  </a:cubicBezTo>
                  <a:close/>
                </a:path>
              </a:pathLst>
            </a:custGeom>
            <a:solidFill>
              <a:srgbClr val="390A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6849360" y="3817080"/>
              <a:ext cx="29520" cy="22680"/>
            </a:xfrm>
            <a:custGeom>
              <a:rect b="b" l="l" r="r" t="t"/>
              <a:pathLst>
                <a:path extrusionOk="0" h="601" w="775">
                  <a:moveTo>
                    <a:pt x="388" y="1"/>
                  </a:moveTo>
                  <a:cubicBezTo>
                    <a:pt x="1" y="1"/>
                    <a:pt x="1" y="601"/>
                    <a:pt x="388" y="601"/>
                  </a:cubicBezTo>
                  <a:cubicBezTo>
                    <a:pt x="775" y="601"/>
                    <a:pt x="775" y="1"/>
                    <a:pt x="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6863760" y="3752280"/>
              <a:ext cx="23400" cy="22680"/>
            </a:xfrm>
            <a:custGeom>
              <a:rect b="b" l="l" r="r" t="t"/>
              <a:pathLst>
                <a:path extrusionOk="0" h="602" w="614">
                  <a:moveTo>
                    <a:pt x="289" y="1"/>
                  </a:moveTo>
                  <a:cubicBezTo>
                    <a:pt x="254" y="1"/>
                    <a:pt x="219" y="10"/>
                    <a:pt x="188" y="27"/>
                  </a:cubicBezTo>
                  <a:cubicBezTo>
                    <a:pt x="113" y="53"/>
                    <a:pt x="55" y="111"/>
                    <a:pt x="30" y="185"/>
                  </a:cubicBezTo>
                  <a:cubicBezTo>
                    <a:pt x="10" y="221"/>
                    <a:pt x="1" y="262"/>
                    <a:pt x="4" y="301"/>
                  </a:cubicBezTo>
                  <a:lnTo>
                    <a:pt x="13" y="382"/>
                  </a:lnTo>
                  <a:cubicBezTo>
                    <a:pt x="26" y="433"/>
                    <a:pt x="55" y="479"/>
                    <a:pt x="91" y="514"/>
                  </a:cubicBezTo>
                  <a:lnTo>
                    <a:pt x="152" y="562"/>
                  </a:lnTo>
                  <a:cubicBezTo>
                    <a:pt x="197" y="588"/>
                    <a:pt x="252" y="601"/>
                    <a:pt x="304" y="601"/>
                  </a:cubicBezTo>
                  <a:lnTo>
                    <a:pt x="313" y="601"/>
                  </a:lnTo>
                  <a:cubicBezTo>
                    <a:pt x="319" y="602"/>
                    <a:pt x="324" y="602"/>
                    <a:pt x="329" y="602"/>
                  </a:cubicBezTo>
                  <a:cubicBezTo>
                    <a:pt x="365" y="602"/>
                    <a:pt x="399" y="592"/>
                    <a:pt x="430" y="575"/>
                  </a:cubicBezTo>
                  <a:cubicBezTo>
                    <a:pt x="539" y="527"/>
                    <a:pt x="610" y="421"/>
                    <a:pt x="613" y="301"/>
                  </a:cubicBezTo>
                  <a:cubicBezTo>
                    <a:pt x="613" y="275"/>
                    <a:pt x="607" y="246"/>
                    <a:pt x="604" y="221"/>
                  </a:cubicBezTo>
                  <a:cubicBezTo>
                    <a:pt x="591" y="169"/>
                    <a:pt x="565" y="124"/>
                    <a:pt x="526" y="88"/>
                  </a:cubicBezTo>
                  <a:lnTo>
                    <a:pt x="465" y="40"/>
                  </a:lnTo>
                  <a:cubicBezTo>
                    <a:pt x="420" y="14"/>
                    <a:pt x="368" y="1"/>
                    <a:pt x="313" y="1"/>
                  </a:cubicBezTo>
                  <a:lnTo>
                    <a:pt x="304" y="1"/>
                  </a:lnTo>
                  <a:cubicBezTo>
                    <a:pt x="299" y="1"/>
                    <a:pt x="294" y="1"/>
                    <a:pt x="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6899040" y="3819960"/>
              <a:ext cx="29520" cy="22680"/>
            </a:xfrm>
            <a:custGeom>
              <a:rect b="b" l="l" r="r" t="t"/>
              <a:pathLst>
                <a:path extrusionOk="0" h="601" w="775">
                  <a:moveTo>
                    <a:pt x="387" y="1"/>
                  </a:moveTo>
                  <a:cubicBezTo>
                    <a:pt x="0" y="1"/>
                    <a:pt x="0" y="601"/>
                    <a:pt x="387" y="601"/>
                  </a:cubicBezTo>
                  <a:cubicBezTo>
                    <a:pt x="775" y="601"/>
                    <a:pt x="775" y="1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6948360" y="3562920"/>
              <a:ext cx="77760" cy="114840"/>
            </a:xfrm>
            <a:custGeom>
              <a:rect b="b" l="l" r="r" t="t"/>
              <a:pathLst>
                <a:path extrusionOk="0" h="2989" w="2030">
                  <a:moveTo>
                    <a:pt x="1223" y="1"/>
                  </a:moveTo>
                  <a:cubicBezTo>
                    <a:pt x="1097" y="1"/>
                    <a:pt x="971" y="29"/>
                    <a:pt x="858" y="82"/>
                  </a:cubicBezTo>
                  <a:cubicBezTo>
                    <a:pt x="594" y="208"/>
                    <a:pt x="403" y="450"/>
                    <a:pt x="290" y="714"/>
                  </a:cubicBezTo>
                  <a:cubicBezTo>
                    <a:pt x="68" y="1237"/>
                    <a:pt x="0" y="2014"/>
                    <a:pt x="284" y="2527"/>
                  </a:cubicBezTo>
                  <a:cubicBezTo>
                    <a:pt x="430" y="2787"/>
                    <a:pt x="708" y="2989"/>
                    <a:pt x="1001" y="2989"/>
                  </a:cubicBezTo>
                  <a:cubicBezTo>
                    <a:pt x="1032" y="2989"/>
                    <a:pt x="1063" y="2986"/>
                    <a:pt x="1094" y="2982"/>
                  </a:cubicBezTo>
                  <a:cubicBezTo>
                    <a:pt x="1277" y="2946"/>
                    <a:pt x="1445" y="2846"/>
                    <a:pt x="1565" y="2701"/>
                  </a:cubicBezTo>
                  <a:cubicBezTo>
                    <a:pt x="1684" y="2556"/>
                    <a:pt x="1774" y="2391"/>
                    <a:pt x="1835" y="2214"/>
                  </a:cubicBezTo>
                  <a:cubicBezTo>
                    <a:pt x="1968" y="1853"/>
                    <a:pt x="2029" y="1466"/>
                    <a:pt x="2013" y="1079"/>
                  </a:cubicBezTo>
                  <a:cubicBezTo>
                    <a:pt x="2013" y="1020"/>
                    <a:pt x="2006" y="959"/>
                    <a:pt x="2000" y="901"/>
                  </a:cubicBezTo>
                  <a:cubicBezTo>
                    <a:pt x="1974" y="624"/>
                    <a:pt x="1894" y="333"/>
                    <a:pt x="1677" y="156"/>
                  </a:cubicBezTo>
                  <a:cubicBezTo>
                    <a:pt x="1551" y="50"/>
                    <a:pt x="1388" y="1"/>
                    <a:pt x="1223" y="1"/>
                  </a:cubicBezTo>
                  <a:close/>
                </a:path>
              </a:pathLst>
            </a:custGeom>
            <a:solidFill>
              <a:srgbClr val="390A0A"/>
            </a:solidFill>
            <a:ln>
              <a:noFill/>
            </a:ln>
          </p:spPr>
          <p:txBody>
            <a:bodyPr anchorCtr="0" anchor="ctr" bIns="57600" lIns="91425" spcFirstLastPara="1" rIns="91425" wrap="square" tIns="57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7211880" y="3562920"/>
              <a:ext cx="78120" cy="114840"/>
            </a:xfrm>
            <a:custGeom>
              <a:rect b="b" l="l" r="r" t="t"/>
              <a:pathLst>
                <a:path extrusionOk="0" h="2989" w="2033">
                  <a:moveTo>
                    <a:pt x="1223" y="1"/>
                  </a:moveTo>
                  <a:cubicBezTo>
                    <a:pt x="1098" y="1"/>
                    <a:pt x="971" y="29"/>
                    <a:pt x="858" y="82"/>
                  </a:cubicBezTo>
                  <a:cubicBezTo>
                    <a:pt x="597" y="208"/>
                    <a:pt x="404" y="450"/>
                    <a:pt x="291" y="714"/>
                  </a:cubicBezTo>
                  <a:cubicBezTo>
                    <a:pt x="68" y="1237"/>
                    <a:pt x="0" y="2014"/>
                    <a:pt x="284" y="2527"/>
                  </a:cubicBezTo>
                  <a:cubicBezTo>
                    <a:pt x="430" y="2787"/>
                    <a:pt x="708" y="2989"/>
                    <a:pt x="1002" y="2989"/>
                  </a:cubicBezTo>
                  <a:cubicBezTo>
                    <a:pt x="1032" y="2989"/>
                    <a:pt x="1063" y="2986"/>
                    <a:pt x="1094" y="2982"/>
                  </a:cubicBezTo>
                  <a:cubicBezTo>
                    <a:pt x="1281" y="2946"/>
                    <a:pt x="1449" y="2846"/>
                    <a:pt x="1568" y="2701"/>
                  </a:cubicBezTo>
                  <a:cubicBezTo>
                    <a:pt x="1687" y="2556"/>
                    <a:pt x="1778" y="2391"/>
                    <a:pt x="1836" y="2214"/>
                  </a:cubicBezTo>
                  <a:cubicBezTo>
                    <a:pt x="1971" y="1853"/>
                    <a:pt x="2033" y="1466"/>
                    <a:pt x="2016" y="1079"/>
                  </a:cubicBezTo>
                  <a:cubicBezTo>
                    <a:pt x="2013" y="1020"/>
                    <a:pt x="2010" y="959"/>
                    <a:pt x="2004" y="901"/>
                  </a:cubicBezTo>
                  <a:cubicBezTo>
                    <a:pt x="1975" y="624"/>
                    <a:pt x="1894" y="333"/>
                    <a:pt x="1681" y="156"/>
                  </a:cubicBezTo>
                  <a:cubicBezTo>
                    <a:pt x="1553" y="50"/>
                    <a:pt x="1389" y="1"/>
                    <a:pt x="1223" y="1"/>
                  </a:cubicBezTo>
                  <a:close/>
                </a:path>
              </a:pathLst>
            </a:custGeom>
            <a:solidFill>
              <a:srgbClr val="390A0A"/>
            </a:solidFill>
            <a:ln>
              <a:noFill/>
            </a:ln>
          </p:spPr>
          <p:txBody>
            <a:bodyPr anchorCtr="0" anchor="ctr" bIns="57600" lIns="91425" spcFirstLastPara="1" rIns="91425" wrap="square" tIns="57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82" name="Google Shape;482;p27"/>
          <p:cNvGrpSpPr/>
          <p:nvPr/>
        </p:nvGrpSpPr>
        <p:grpSpPr>
          <a:xfrm>
            <a:off x="6686074" y="2568676"/>
            <a:ext cx="288080" cy="403571"/>
            <a:chOff x="6686074" y="2568676"/>
            <a:chExt cx="288080" cy="403571"/>
          </a:xfrm>
        </p:grpSpPr>
        <p:sp>
          <p:nvSpPr>
            <p:cNvPr id="483" name="Google Shape;483;p27"/>
            <p:cNvSpPr/>
            <p:nvPr/>
          </p:nvSpPr>
          <p:spPr>
            <a:xfrm rot="-186000">
              <a:off x="6804360" y="2572920"/>
              <a:ext cx="163440" cy="2394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4" name="Google Shape;484;p27"/>
            <p:cNvSpPr/>
            <p:nvPr/>
          </p:nvSpPr>
          <p:spPr>
            <a:xfrm rot="-2147400">
              <a:off x="6726960" y="2750040"/>
              <a:ext cx="163440" cy="1926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85" name="Google Shape;485;p27"/>
          <p:cNvGrpSpPr/>
          <p:nvPr/>
        </p:nvGrpSpPr>
        <p:grpSpPr>
          <a:xfrm>
            <a:off x="7991591" y="3020628"/>
            <a:ext cx="310173" cy="393139"/>
            <a:chOff x="7991591" y="3020628"/>
            <a:chExt cx="310173" cy="393139"/>
          </a:xfrm>
        </p:grpSpPr>
        <p:sp>
          <p:nvSpPr>
            <p:cNvPr id="486" name="Google Shape;486;p27"/>
            <p:cNvSpPr/>
            <p:nvPr/>
          </p:nvSpPr>
          <p:spPr>
            <a:xfrm rot="7780800">
              <a:off x="8075880" y="3155040"/>
              <a:ext cx="163440" cy="2390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7" name="Google Shape;487;p27"/>
            <p:cNvSpPr/>
            <p:nvPr/>
          </p:nvSpPr>
          <p:spPr>
            <a:xfrm rot="5819400">
              <a:off x="8015400" y="3017160"/>
              <a:ext cx="163440" cy="1926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88" name="Google Shape;488;p27"/>
          <p:cNvGrpSpPr/>
          <p:nvPr/>
        </p:nvGrpSpPr>
        <p:grpSpPr>
          <a:xfrm>
            <a:off x="1039747" y="640872"/>
            <a:ext cx="357478" cy="352571"/>
            <a:chOff x="1039747" y="640872"/>
            <a:chExt cx="357478" cy="352571"/>
          </a:xfrm>
        </p:grpSpPr>
        <p:sp>
          <p:nvSpPr>
            <p:cNvPr id="489" name="Google Shape;489;p27"/>
            <p:cNvSpPr/>
            <p:nvPr/>
          </p:nvSpPr>
          <p:spPr>
            <a:xfrm rot="772200">
              <a:off x="1058760" y="65988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0" name="Google Shape;490;p27"/>
            <p:cNvSpPr/>
            <p:nvPr/>
          </p:nvSpPr>
          <p:spPr>
            <a:xfrm rot="772200">
              <a:off x="1059840" y="75924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1" name="Google Shape;491;p27"/>
            <p:cNvSpPr/>
            <p:nvPr/>
          </p:nvSpPr>
          <p:spPr>
            <a:xfrm rot="772200">
              <a:off x="1201320" y="64872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2" name="Google Shape;492;p27"/>
            <p:cNvSpPr/>
            <p:nvPr/>
          </p:nvSpPr>
          <p:spPr>
            <a:xfrm rot="772200">
              <a:off x="1310400" y="73008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93" name="Google Shape;493;p27"/>
          <p:cNvGrpSpPr/>
          <p:nvPr/>
        </p:nvGrpSpPr>
        <p:grpSpPr>
          <a:xfrm>
            <a:off x="6930559" y="1372582"/>
            <a:ext cx="292924" cy="283630"/>
            <a:chOff x="6930559" y="1372582"/>
            <a:chExt cx="292924" cy="283630"/>
          </a:xfrm>
        </p:grpSpPr>
        <p:sp>
          <p:nvSpPr>
            <p:cNvPr id="494" name="Google Shape;494;p27"/>
            <p:cNvSpPr/>
            <p:nvPr/>
          </p:nvSpPr>
          <p:spPr>
            <a:xfrm rot="1509600">
              <a:off x="6982200" y="13824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 rot="1509600">
              <a:off x="6954840" y="146736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27"/>
            <p:cNvSpPr/>
            <p:nvPr/>
          </p:nvSpPr>
          <p:spPr>
            <a:xfrm rot="1509600">
              <a:off x="7088400" y="13968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27"/>
            <p:cNvSpPr/>
            <p:nvPr/>
          </p:nvSpPr>
          <p:spPr>
            <a:xfrm rot="1509600">
              <a:off x="7155000" y="14738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98" name="Google Shape;498;p27"/>
          <p:cNvGrpSpPr/>
          <p:nvPr/>
        </p:nvGrpSpPr>
        <p:grpSpPr>
          <a:xfrm>
            <a:off x="2369252" y="689057"/>
            <a:ext cx="251674" cy="251458"/>
            <a:chOff x="2369252" y="689057"/>
            <a:chExt cx="251674" cy="251458"/>
          </a:xfrm>
        </p:grpSpPr>
        <p:sp>
          <p:nvSpPr>
            <p:cNvPr id="499" name="Google Shape;499;p27"/>
            <p:cNvSpPr/>
            <p:nvPr/>
          </p:nvSpPr>
          <p:spPr>
            <a:xfrm rot="-2224800">
              <a:off x="2378880" y="7920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 rot="-2224800">
              <a:off x="2439360" y="77508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1" name="Google Shape;501;p27"/>
            <p:cNvSpPr/>
            <p:nvPr/>
          </p:nvSpPr>
          <p:spPr>
            <a:xfrm rot="-2224800">
              <a:off x="2431080" y="7185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 rot="-2224800">
              <a:off x="2514600" y="6991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03" name="Google Shape;503;p27"/>
          <p:cNvGrpSpPr/>
          <p:nvPr/>
        </p:nvGrpSpPr>
        <p:grpSpPr>
          <a:xfrm>
            <a:off x="5694212" y="4092497"/>
            <a:ext cx="251674" cy="251458"/>
            <a:chOff x="5694212" y="4092497"/>
            <a:chExt cx="251674" cy="251458"/>
          </a:xfrm>
        </p:grpSpPr>
        <p:sp>
          <p:nvSpPr>
            <p:cNvPr id="504" name="Google Shape;504;p27"/>
            <p:cNvSpPr/>
            <p:nvPr/>
          </p:nvSpPr>
          <p:spPr>
            <a:xfrm rot="-2224800">
              <a:off x="5703840" y="41954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5" name="Google Shape;505;p27"/>
            <p:cNvSpPr/>
            <p:nvPr/>
          </p:nvSpPr>
          <p:spPr>
            <a:xfrm rot="-2224800">
              <a:off x="5764320" y="41785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 rot="-2224800">
              <a:off x="5756040" y="41220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7" name="Google Shape;507;p27"/>
            <p:cNvSpPr/>
            <p:nvPr/>
          </p:nvSpPr>
          <p:spPr>
            <a:xfrm rot="-2224800">
              <a:off x="5839560" y="41025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08" name="Google Shape;508;p27"/>
          <p:cNvGrpSpPr/>
          <p:nvPr/>
        </p:nvGrpSpPr>
        <p:grpSpPr>
          <a:xfrm>
            <a:off x="639092" y="2457377"/>
            <a:ext cx="252034" cy="251458"/>
            <a:chOff x="639092" y="2457377"/>
            <a:chExt cx="252034" cy="251458"/>
          </a:xfrm>
        </p:grpSpPr>
        <p:sp>
          <p:nvSpPr>
            <p:cNvPr id="509" name="Google Shape;509;p27"/>
            <p:cNvSpPr/>
            <p:nvPr/>
          </p:nvSpPr>
          <p:spPr>
            <a:xfrm rot="-2224800">
              <a:off x="648720" y="25603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0" name="Google Shape;510;p27"/>
            <p:cNvSpPr/>
            <p:nvPr/>
          </p:nvSpPr>
          <p:spPr>
            <a:xfrm rot="-2224800">
              <a:off x="709560" y="254340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1" name="Google Shape;511;p27"/>
            <p:cNvSpPr/>
            <p:nvPr/>
          </p:nvSpPr>
          <p:spPr>
            <a:xfrm rot="-2224800">
              <a:off x="701280" y="24868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2" name="Google Shape;512;p27"/>
            <p:cNvSpPr/>
            <p:nvPr/>
          </p:nvSpPr>
          <p:spPr>
            <a:xfrm rot="-2224800">
              <a:off x="784440" y="24674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13" name="Google Shape;513;p27"/>
          <p:cNvGrpSpPr/>
          <p:nvPr/>
        </p:nvGrpSpPr>
        <p:grpSpPr>
          <a:xfrm>
            <a:off x="8188458" y="2466992"/>
            <a:ext cx="230422" cy="222899"/>
            <a:chOff x="8188458" y="2466992"/>
            <a:chExt cx="230422" cy="222899"/>
          </a:xfrm>
        </p:grpSpPr>
        <p:sp>
          <p:nvSpPr>
            <p:cNvPr id="514" name="Google Shape;514;p27"/>
            <p:cNvSpPr/>
            <p:nvPr/>
          </p:nvSpPr>
          <p:spPr>
            <a:xfrm rot="948600">
              <a:off x="8207640" y="24750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5" name="Google Shape;515;p27"/>
            <p:cNvSpPr/>
            <p:nvPr/>
          </p:nvSpPr>
          <p:spPr>
            <a:xfrm rot="948600">
              <a:off x="8203320" y="253980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6" name="Google Shape;516;p27"/>
            <p:cNvSpPr/>
            <p:nvPr/>
          </p:nvSpPr>
          <p:spPr>
            <a:xfrm rot="948600">
              <a:off x="8297640" y="24728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 rot="948600">
              <a:off x="8363520" y="25272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18" name="Google Shape;518;p27"/>
          <p:cNvGrpSpPr/>
          <p:nvPr/>
        </p:nvGrpSpPr>
        <p:grpSpPr>
          <a:xfrm>
            <a:off x="8201587" y="1373832"/>
            <a:ext cx="357478" cy="352571"/>
            <a:chOff x="8201587" y="1373832"/>
            <a:chExt cx="357478" cy="352571"/>
          </a:xfrm>
        </p:grpSpPr>
        <p:sp>
          <p:nvSpPr>
            <p:cNvPr id="519" name="Google Shape;519;p27"/>
            <p:cNvSpPr/>
            <p:nvPr/>
          </p:nvSpPr>
          <p:spPr>
            <a:xfrm rot="772200">
              <a:off x="8220600" y="13928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0" name="Google Shape;520;p27"/>
            <p:cNvSpPr/>
            <p:nvPr/>
          </p:nvSpPr>
          <p:spPr>
            <a:xfrm rot="772200">
              <a:off x="8221680" y="149220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1" name="Google Shape;521;p27"/>
            <p:cNvSpPr/>
            <p:nvPr/>
          </p:nvSpPr>
          <p:spPr>
            <a:xfrm rot="772200">
              <a:off x="8363160" y="138168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2" name="Google Shape;522;p27"/>
            <p:cNvSpPr/>
            <p:nvPr/>
          </p:nvSpPr>
          <p:spPr>
            <a:xfrm rot="772200">
              <a:off x="8472240" y="14630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23" name="Google Shape;523;p27"/>
          <p:cNvGrpSpPr/>
          <p:nvPr/>
        </p:nvGrpSpPr>
        <p:grpSpPr>
          <a:xfrm>
            <a:off x="877493" y="2999486"/>
            <a:ext cx="302099" cy="296240"/>
            <a:chOff x="877493" y="2999486"/>
            <a:chExt cx="302099" cy="296240"/>
          </a:xfrm>
        </p:grpSpPr>
        <p:sp>
          <p:nvSpPr>
            <p:cNvPr id="524" name="Google Shape;524;p27"/>
            <p:cNvSpPr/>
            <p:nvPr/>
          </p:nvSpPr>
          <p:spPr>
            <a:xfrm rot="2028000">
              <a:off x="952200" y="30110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5" name="Google Shape;525;p27"/>
            <p:cNvSpPr/>
            <p:nvPr/>
          </p:nvSpPr>
          <p:spPr>
            <a:xfrm rot="2028000">
              <a:off x="905040" y="310032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6" name="Google Shape;526;p27"/>
            <p:cNvSpPr/>
            <p:nvPr/>
          </p:nvSpPr>
          <p:spPr>
            <a:xfrm rot="2028000">
              <a:off x="1055160" y="30416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7" name="Google Shape;527;p27"/>
            <p:cNvSpPr/>
            <p:nvPr/>
          </p:nvSpPr>
          <p:spPr>
            <a:xfrm rot="2028000">
              <a:off x="1109520" y="31276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28" name="Google Shape;528;p27"/>
          <p:cNvSpPr/>
          <p:nvPr/>
        </p:nvSpPr>
        <p:spPr>
          <a:xfrm>
            <a:off x="6701040" y="3837240"/>
            <a:ext cx="604080" cy="121320"/>
          </a:xfrm>
          <a:custGeom>
            <a:rect b="b" l="l" r="r" t="t"/>
            <a:pathLst>
              <a:path extrusionOk="0" h="4864" w="24181">
                <a:moveTo>
                  <a:pt x="0" y="0"/>
                </a:moveTo>
                <a:cubicBezTo>
                  <a:pt x="4472" y="6708"/>
                  <a:pt x="18481" y="6110"/>
                  <a:pt x="24181" y="410"/>
                </a:cubicBezTo>
              </a:path>
            </a:pathLst>
          </a:custGeom>
          <a:noFill/>
          <a:ln cap="flat" cmpd="sng" w="19050">
            <a:solidFill>
              <a:srgbClr val="39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8"/>
          <p:cNvSpPr txBox="1"/>
          <p:nvPr>
            <p:ph type="title"/>
          </p:nvPr>
        </p:nvSpPr>
        <p:spPr>
          <a:xfrm>
            <a:off x="4762440" y="1428840"/>
            <a:ext cx="3180960" cy="123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Englebert"/>
              <a:buNone/>
            </a:pPr>
            <a:r>
              <a:rPr b="0" lang="en" sz="3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Training </a:t>
            </a:r>
            <a:r>
              <a:rPr b="0" lang="en" sz="3500" u="none" strike="noStrike">
                <a:solidFill>
                  <a:schemeClr val="lt2"/>
                </a:solidFill>
                <a:latin typeface="Englebert"/>
                <a:ea typeface="Englebert"/>
                <a:cs typeface="Englebert"/>
                <a:sym typeface="Englebert"/>
              </a:rPr>
              <a:t>process 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8"/>
          <p:cNvSpPr txBox="1"/>
          <p:nvPr>
            <p:ph idx="1" type="subTitle"/>
          </p:nvPr>
        </p:nvSpPr>
        <p:spPr>
          <a:xfrm>
            <a:off x="4762440" y="2581200"/>
            <a:ext cx="3057120" cy="113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55000" lnSpcReduction="1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Data split into training and validation sets; images resized and normalized. 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Training run for 2 epochs (time-constrained) using </a:t>
            </a:r>
            <a:r>
              <a:rPr b="1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Adam</a:t>
            </a: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optimizer and </a:t>
            </a:r>
            <a:r>
              <a:rPr b="0" i="1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binary crossentropy</a:t>
            </a:r>
            <a:r>
              <a:rPr b="0" i="0" lang="en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loss. Visualize training accuracy and loss for monitoring.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35" name="Google Shape;535;p28"/>
          <p:cNvCxnSpPr/>
          <p:nvPr/>
        </p:nvCxnSpPr>
        <p:spPr>
          <a:xfrm>
            <a:off x="4761360" y="3896280"/>
            <a:ext cx="3056400" cy="360"/>
          </a:xfrm>
          <a:prstGeom prst="straightConnector1">
            <a:avLst/>
          </a:prstGeom>
          <a:noFill/>
          <a:ln cap="flat" cmpd="sng" w="19050">
            <a:solidFill>
              <a:srgbClr val="3F15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28"/>
          <p:cNvSpPr/>
          <p:nvPr/>
        </p:nvSpPr>
        <p:spPr>
          <a:xfrm>
            <a:off x="1212840" y="1105200"/>
            <a:ext cx="3055680" cy="305568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2072880" y="1728360"/>
            <a:ext cx="290160" cy="412920"/>
          </a:xfrm>
          <a:custGeom>
            <a:rect b="b" l="l" r="r" t="t"/>
            <a:pathLst>
              <a:path extrusionOk="0" h="15499" w="10892">
                <a:moveTo>
                  <a:pt x="3484" y="1794"/>
                </a:moveTo>
                <a:lnTo>
                  <a:pt x="10892" y="8737"/>
                </a:lnTo>
                <a:lnTo>
                  <a:pt x="5974" y="14167"/>
                </a:lnTo>
                <a:lnTo>
                  <a:pt x="2285" y="15499"/>
                </a:lnTo>
                <a:lnTo>
                  <a:pt x="31" y="945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AF1743">
                  <a:alpha val="60000"/>
                </a:srgbClr>
              </a:gs>
              <a:gs pos="48000">
                <a:srgbClr val="DA1745">
                  <a:alpha val="14901"/>
                </a:srgbClr>
              </a:gs>
              <a:gs pos="7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3316680" y="1797480"/>
            <a:ext cx="286560" cy="439560"/>
          </a:xfrm>
          <a:custGeom>
            <a:rect b="b" l="l" r="r" t="t"/>
            <a:pathLst>
              <a:path extrusionOk="0" h="16496" w="10759">
                <a:moveTo>
                  <a:pt x="10759" y="4098"/>
                </a:moveTo>
                <a:lnTo>
                  <a:pt x="6455" y="16496"/>
                </a:lnTo>
                <a:lnTo>
                  <a:pt x="3689" y="15267"/>
                </a:lnTo>
                <a:lnTo>
                  <a:pt x="1537" y="12500"/>
                </a:lnTo>
                <a:lnTo>
                  <a:pt x="0" y="9426"/>
                </a:lnTo>
                <a:lnTo>
                  <a:pt x="8812" y="0"/>
                </a:lnTo>
                <a:close/>
              </a:path>
            </a:pathLst>
          </a:custGeom>
          <a:gradFill>
            <a:gsLst>
              <a:gs pos="0">
                <a:srgbClr val="AF1743">
                  <a:alpha val="60000"/>
                </a:srgbClr>
              </a:gs>
              <a:gs pos="48000">
                <a:srgbClr val="DA1745">
                  <a:alpha val="14901"/>
                </a:srgbClr>
              </a:gs>
              <a:gs pos="74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39" name="Google Shape;539;p28"/>
          <p:cNvGrpSpPr/>
          <p:nvPr/>
        </p:nvGrpSpPr>
        <p:grpSpPr>
          <a:xfrm>
            <a:off x="3708917" y="1976948"/>
            <a:ext cx="388860" cy="629179"/>
            <a:chOff x="3708917" y="1976948"/>
            <a:chExt cx="388860" cy="629179"/>
          </a:xfrm>
        </p:grpSpPr>
        <p:sp>
          <p:nvSpPr>
            <p:cNvPr id="540" name="Google Shape;540;p28"/>
            <p:cNvSpPr/>
            <p:nvPr/>
          </p:nvSpPr>
          <p:spPr>
            <a:xfrm rot="9445800">
              <a:off x="3766320" y="2227680"/>
              <a:ext cx="236520" cy="34632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1" name="Google Shape;541;p28"/>
            <p:cNvSpPr/>
            <p:nvPr/>
          </p:nvSpPr>
          <p:spPr>
            <a:xfrm rot="7484400">
              <a:off x="3797640" y="2014200"/>
              <a:ext cx="236520" cy="2786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42" name="Google Shape;542;p28"/>
          <p:cNvGrpSpPr/>
          <p:nvPr/>
        </p:nvGrpSpPr>
        <p:grpSpPr>
          <a:xfrm>
            <a:off x="1135507" y="798552"/>
            <a:ext cx="357478" cy="352571"/>
            <a:chOff x="1135507" y="798552"/>
            <a:chExt cx="357478" cy="352571"/>
          </a:xfrm>
        </p:grpSpPr>
        <p:sp>
          <p:nvSpPr>
            <p:cNvPr id="543" name="Google Shape;543;p28"/>
            <p:cNvSpPr/>
            <p:nvPr/>
          </p:nvSpPr>
          <p:spPr>
            <a:xfrm rot="772200">
              <a:off x="1154160" y="8175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4" name="Google Shape;544;p28"/>
            <p:cNvSpPr/>
            <p:nvPr/>
          </p:nvSpPr>
          <p:spPr>
            <a:xfrm rot="772200">
              <a:off x="1155600" y="91692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5" name="Google Shape;545;p28"/>
            <p:cNvSpPr/>
            <p:nvPr/>
          </p:nvSpPr>
          <p:spPr>
            <a:xfrm rot="772200">
              <a:off x="1297080" y="80640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6" name="Google Shape;546;p28"/>
            <p:cNvSpPr/>
            <p:nvPr/>
          </p:nvSpPr>
          <p:spPr>
            <a:xfrm rot="772200">
              <a:off x="1406160" y="8877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47" name="Google Shape;547;p28"/>
          <p:cNvGrpSpPr/>
          <p:nvPr/>
        </p:nvGrpSpPr>
        <p:grpSpPr>
          <a:xfrm>
            <a:off x="901999" y="1458622"/>
            <a:ext cx="292924" cy="283630"/>
            <a:chOff x="901999" y="1458622"/>
            <a:chExt cx="292924" cy="283630"/>
          </a:xfrm>
        </p:grpSpPr>
        <p:sp>
          <p:nvSpPr>
            <p:cNvPr id="548" name="Google Shape;548;p28"/>
            <p:cNvSpPr/>
            <p:nvPr/>
          </p:nvSpPr>
          <p:spPr>
            <a:xfrm rot="1509600">
              <a:off x="953280" y="14684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9" name="Google Shape;549;p28"/>
            <p:cNvSpPr/>
            <p:nvPr/>
          </p:nvSpPr>
          <p:spPr>
            <a:xfrm rot="1509600">
              <a:off x="926280" y="155340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0" name="Google Shape;550;p28"/>
            <p:cNvSpPr/>
            <p:nvPr/>
          </p:nvSpPr>
          <p:spPr>
            <a:xfrm rot="1509600">
              <a:off x="1059480" y="14828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1" name="Google Shape;551;p28"/>
            <p:cNvSpPr/>
            <p:nvPr/>
          </p:nvSpPr>
          <p:spPr>
            <a:xfrm rot="1509600">
              <a:off x="1126440" y="15598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52" name="Google Shape;552;p28"/>
          <p:cNvGrpSpPr/>
          <p:nvPr/>
        </p:nvGrpSpPr>
        <p:grpSpPr>
          <a:xfrm>
            <a:off x="3037772" y="1021337"/>
            <a:ext cx="252034" cy="251458"/>
            <a:chOff x="3037772" y="1021337"/>
            <a:chExt cx="252034" cy="251458"/>
          </a:xfrm>
        </p:grpSpPr>
        <p:sp>
          <p:nvSpPr>
            <p:cNvPr id="553" name="Google Shape;553;p28"/>
            <p:cNvSpPr/>
            <p:nvPr/>
          </p:nvSpPr>
          <p:spPr>
            <a:xfrm rot="-2224800">
              <a:off x="3047400" y="11239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4" name="Google Shape;554;p28"/>
            <p:cNvSpPr/>
            <p:nvPr/>
          </p:nvSpPr>
          <p:spPr>
            <a:xfrm rot="-2224800">
              <a:off x="3108240" y="110736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5" name="Google Shape;555;p28"/>
            <p:cNvSpPr/>
            <p:nvPr/>
          </p:nvSpPr>
          <p:spPr>
            <a:xfrm rot="-2224800">
              <a:off x="3099960" y="10508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6" name="Google Shape;556;p28"/>
            <p:cNvSpPr/>
            <p:nvPr/>
          </p:nvSpPr>
          <p:spPr>
            <a:xfrm rot="-2224800">
              <a:off x="3183120" y="10314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57" name="Google Shape;557;p28"/>
          <p:cNvGrpSpPr/>
          <p:nvPr/>
        </p:nvGrpSpPr>
        <p:grpSpPr>
          <a:xfrm>
            <a:off x="7200092" y="897497"/>
            <a:ext cx="251674" cy="251458"/>
            <a:chOff x="7200092" y="897497"/>
            <a:chExt cx="251674" cy="251458"/>
          </a:xfrm>
        </p:grpSpPr>
        <p:sp>
          <p:nvSpPr>
            <p:cNvPr id="558" name="Google Shape;558;p28"/>
            <p:cNvSpPr/>
            <p:nvPr/>
          </p:nvSpPr>
          <p:spPr>
            <a:xfrm rot="-2224800">
              <a:off x="7209720" y="10004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9" name="Google Shape;559;p28"/>
            <p:cNvSpPr/>
            <p:nvPr/>
          </p:nvSpPr>
          <p:spPr>
            <a:xfrm rot="-2224800">
              <a:off x="7270200" y="9835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0" name="Google Shape;560;p28"/>
            <p:cNvSpPr/>
            <p:nvPr/>
          </p:nvSpPr>
          <p:spPr>
            <a:xfrm rot="-2224800">
              <a:off x="7261920" y="9270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1" name="Google Shape;561;p28"/>
            <p:cNvSpPr/>
            <p:nvPr/>
          </p:nvSpPr>
          <p:spPr>
            <a:xfrm rot="-2224800">
              <a:off x="7345440" y="9075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62" name="Google Shape;562;p28"/>
          <p:cNvGrpSpPr/>
          <p:nvPr/>
        </p:nvGrpSpPr>
        <p:grpSpPr>
          <a:xfrm>
            <a:off x="6294839" y="4243865"/>
            <a:ext cx="286182" cy="276562"/>
            <a:chOff x="6294839" y="4243865"/>
            <a:chExt cx="286182" cy="276562"/>
          </a:xfrm>
        </p:grpSpPr>
        <p:sp>
          <p:nvSpPr>
            <p:cNvPr id="563" name="Google Shape;563;p28"/>
            <p:cNvSpPr/>
            <p:nvPr/>
          </p:nvSpPr>
          <p:spPr>
            <a:xfrm rot="1290000">
              <a:off x="6335280" y="42526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4" name="Google Shape;564;p28"/>
            <p:cNvSpPr/>
            <p:nvPr/>
          </p:nvSpPr>
          <p:spPr>
            <a:xfrm rot="1290000">
              <a:off x="6316920" y="433512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5" name="Google Shape;565;p28"/>
            <p:cNvSpPr/>
            <p:nvPr/>
          </p:nvSpPr>
          <p:spPr>
            <a:xfrm rot="1290000">
              <a:off x="6442200" y="42602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6" name="Google Shape;566;p28"/>
            <p:cNvSpPr/>
            <p:nvPr/>
          </p:nvSpPr>
          <p:spPr>
            <a:xfrm rot="1290000">
              <a:off x="6513480" y="433296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67" name="Google Shape;567;p28"/>
          <p:cNvGrpSpPr/>
          <p:nvPr/>
        </p:nvGrpSpPr>
        <p:grpSpPr>
          <a:xfrm>
            <a:off x="1410212" y="3544217"/>
            <a:ext cx="252034" cy="251818"/>
            <a:chOff x="1410212" y="3544217"/>
            <a:chExt cx="252034" cy="251818"/>
          </a:xfrm>
        </p:grpSpPr>
        <p:sp>
          <p:nvSpPr>
            <p:cNvPr id="568" name="Google Shape;568;p28"/>
            <p:cNvSpPr/>
            <p:nvPr/>
          </p:nvSpPr>
          <p:spPr>
            <a:xfrm rot="-2224800">
              <a:off x="1419840" y="36471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9" name="Google Shape;569;p28"/>
            <p:cNvSpPr/>
            <p:nvPr/>
          </p:nvSpPr>
          <p:spPr>
            <a:xfrm rot="-2224800">
              <a:off x="1480680" y="363060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0" name="Google Shape;570;p28"/>
            <p:cNvSpPr/>
            <p:nvPr/>
          </p:nvSpPr>
          <p:spPr>
            <a:xfrm rot="-2224800">
              <a:off x="1472400" y="35740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 rot="-2224800">
              <a:off x="1555560" y="35542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72" name="Google Shape;572;p28"/>
          <p:cNvGrpSpPr/>
          <p:nvPr/>
        </p:nvGrpSpPr>
        <p:grpSpPr>
          <a:xfrm>
            <a:off x="1524467" y="1799704"/>
            <a:ext cx="306455" cy="576432"/>
            <a:chOff x="1524467" y="1799704"/>
            <a:chExt cx="306455" cy="576432"/>
          </a:xfrm>
        </p:grpSpPr>
        <p:sp>
          <p:nvSpPr>
            <p:cNvPr id="573" name="Google Shape;573;p28"/>
            <p:cNvSpPr/>
            <p:nvPr/>
          </p:nvSpPr>
          <p:spPr>
            <a:xfrm rot="-957600">
              <a:off x="1608120" y="1822320"/>
              <a:ext cx="195840" cy="22356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4" name="Google Shape;574;p28"/>
            <p:cNvSpPr/>
            <p:nvPr/>
          </p:nvSpPr>
          <p:spPr>
            <a:xfrm rot="-2919000">
              <a:off x="1558800" y="2000520"/>
              <a:ext cx="195840" cy="1800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5" name="Google Shape;575;p28"/>
            <p:cNvSpPr/>
            <p:nvPr/>
          </p:nvSpPr>
          <p:spPr>
            <a:xfrm rot="-4948800">
              <a:off x="1563120" y="2177280"/>
              <a:ext cx="195840" cy="18000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9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Evaluation &amp; </a:t>
            </a:r>
            <a:r>
              <a:rPr b="0" lang="en" sz="3500" u="none" strike="noStrike">
                <a:solidFill>
                  <a:schemeClr val="lt2"/>
                </a:solidFill>
                <a:latin typeface="Englebert"/>
                <a:ea typeface="Englebert"/>
                <a:cs typeface="Englebert"/>
                <a:sym typeface="Englebert"/>
              </a:rPr>
              <a:t>Improvements</a:t>
            </a:r>
            <a:endParaRPr b="0" sz="35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Model correctly classifies most clear images; failures occur on blurry or ambiguous inputs. </a:t>
            </a:r>
            <a:endParaRPr b="0" sz="12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 u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Planned improvements: increase epochs, apply data augmentation, and adopt transfer learning (e.g., ResNet or MobileNet) to boost robustness.</a:t>
            </a:r>
            <a:endParaRPr b="0" sz="12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0"/>
          <p:cNvSpPr txBox="1"/>
          <p:nvPr>
            <p:ph type="title"/>
          </p:nvPr>
        </p:nvSpPr>
        <p:spPr>
          <a:xfrm>
            <a:off x="1504800" y="1285920"/>
            <a:ext cx="440028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19999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Englebert"/>
              <a:buNone/>
            </a:pPr>
            <a:r>
              <a:rPr b="0" lang="en" sz="4500" u="none" strike="noStrike">
                <a:solidFill>
                  <a:schemeClr val="dk2"/>
                </a:solidFill>
                <a:latin typeface="Englebert"/>
                <a:ea typeface="Englebert"/>
                <a:cs typeface="Englebert"/>
                <a:sym typeface="Englebert"/>
              </a:rPr>
              <a:t>Conclusions </a:t>
            </a:r>
            <a:endParaRPr b="0" sz="4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0"/>
          <p:cNvSpPr txBox="1"/>
          <p:nvPr>
            <p:ph idx="1" type="subTitle"/>
          </p:nvPr>
        </p:nvSpPr>
        <p:spPr>
          <a:xfrm>
            <a:off x="1581120" y="2057400"/>
            <a:ext cx="4238280" cy="155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1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Built a functional CNN classifier that performs well on clear samples and illustrates the end-to-end process. 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ra Sans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Next steps focus on enhanced training, augmentation, and transfer learning to improve accuracy and real-world reliability.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588" name="Google Shape;588;p30"/>
          <p:cNvCxnSpPr/>
          <p:nvPr/>
        </p:nvCxnSpPr>
        <p:spPr>
          <a:xfrm>
            <a:off x="1603080" y="3853080"/>
            <a:ext cx="3904200" cy="360"/>
          </a:xfrm>
          <a:prstGeom prst="straightConnector1">
            <a:avLst/>
          </a:prstGeom>
          <a:noFill/>
          <a:ln cap="flat" cmpd="sng" w="19050">
            <a:solidFill>
              <a:srgbClr val="3F15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9" name="Google Shape;589;p30"/>
          <p:cNvGrpSpPr/>
          <p:nvPr/>
        </p:nvGrpSpPr>
        <p:grpSpPr>
          <a:xfrm>
            <a:off x="838507" y="925632"/>
            <a:ext cx="357478" cy="352571"/>
            <a:chOff x="838507" y="925632"/>
            <a:chExt cx="357478" cy="352571"/>
          </a:xfrm>
        </p:grpSpPr>
        <p:sp>
          <p:nvSpPr>
            <p:cNvPr id="590" name="Google Shape;590;p30"/>
            <p:cNvSpPr/>
            <p:nvPr/>
          </p:nvSpPr>
          <p:spPr>
            <a:xfrm rot="772200">
              <a:off x="857160" y="9446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1" name="Google Shape;591;p30"/>
            <p:cNvSpPr/>
            <p:nvPr/>
          </p:nvSpPr>
          <p:spPr>
            <a:xfrm rot="772200">
              <a:off x="858600" y="104400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2" name="Google Shape;592;p30"/>
            <p:cNvSpPr/>
            <p:nvPr/>
          </p:nvSpPr>
          <p:spPr>
            <a:xfrm rot="772200">
              <a:off x="1000080" y="93348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3" name="Google Shape;593;p30"/>
            <p:cNvSpPr/>
            <p:nvPr/>
          </p:nvSpPr>
          <p:spPr>
            <a:xfrm rot="772200">
              <a:off x="1109160" y="101484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94" name="Google Shape;594;p30"/>
          <p:cNvGrpSpPr/>
          <p:nvPr/>
        </p:nvGrpSpPr>
        <p:grpSpPr>
          <a:xfrm>
            <a:off x="6067279" y="672022"/>
            <a:ext cx="292924" cy="283990"/>
            <a:chOff x="6067279" y="672022"/>
            <a:chExt cx="292924" cy="283990"/>
          </a:xfrm>
        </p:grpSpPr>
        <p:sp>
          <p:nvSpPr>
            <p:cNvPr id="595" name="Google Shape;595;p30"/>
            <p:cNvSpPr/>
            <p:nvPr/>
          </p:nvSpPr>
          <p:spPr>
            <a:xfrm rot="1509600">
              <a:off x="6118920" y="6818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6" name="Google Shape;596;p30"/>
            <p:cNvSpPr/>
            <p:nvPr/>
          </p:nvSpPr>
          <p:spPr>
            <a:xfrm rot="1509600">
              <a:off x="6091560" y="76716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" name="Google Shape;597;p30"/>
            <p:cNvSpPr/>
            <p:nvPr/>
          </p:nvSpPr>
          <p:spPr>
            <a:xfrm rot="1509600">
              <a:off x="6224760" y="6962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8" name="Google Shape;598;p30"/>
            <p:cNvSpPr/>
            <p:nvPr/>
          </p:nvSpPr>
          <p:spPr>
            <a:xfrm rot="1509600">
              <a:off x="6291720" y="77328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99" name="Google Shape;599;p30"/>
          <p:cNvGrpSpPr/>
          <p:nvPr/>
        </p:nvGrpSpPr>
        <p:grpSpPr>
          <a:xfrm>
            <a:off x="2139932" y="377297"/>
            <a:ext cx="252034" cy="251458"/>
            <a:chOff x="2139932" y="377297"/>
            <a:chExt cx="252034" cy="251458"/>
          </a:xfrm>
        </p:grpSpPr>
        <p:sp>
          <p:nvSpPr>
            <p:cNvPr id="600" name="Google Shape;600;p30"/>
            <p:cNvSpPr/>
            <p:nvPr/>
          </p:nvSpPr>
          <p:spPr>
            <a:xfrm rot="-2224800">
              <a:off x="2149560" y="4802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1" name="Google Shape;601;p30"/>
            <p:cNvSpPr/>
            <p:nvPr/>
          </p:nvSpPr>
          <p:spPr>
            <a:xfrm rot="-2224800">
              <a:off x="2210400" y="4633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2" name="Google Shape;602;p30"/>
            <p:cNvSpPr/>
            <p:nvPr/>
          </p:nvSpPr>
          <p:spPr>
            <a:xfrm rot="-2224800">
              <a:off x="2202120" y="4068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3" name="Google Shape;603;p30"/>
            <p:cNvSpPr/>
            <p:nvPr/>
          </p:nvSpPr>
          <p:spPr>
            <a:xfrm rot="-2224800">
              <a:off x="2285280" y="3873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04" name="Google Shape;604;p30"/>
          <p:cNvGrpSpPr/>
          <p:nvPr/>
        </p:nvGrpSpPr>
        <p:grpSpPr>
          <a:xfrm>
            <a:off x="1130852" y="4006817"/>
            <a:ext cx="252034" cy="251818"/>
            <a:chOff x="1130852" y="4006817"/>
            <a:chExt cx="252034" cy="251818"/>
          </a:xfrm>
        </p:grpSpPr>
        <p:sp>
          <p:nvSpPr>
            <p:cNvPr id="605" name="Google Shape;605;p30"/>
            <p:cNvSpPr/>
            <p:nvPr/>
          </p:nvSpPr>
          <p:spPr>
            <a:xfrm rot="-2224800">
              <a:off x="1140480" y="41097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6" name="Google Shape;606;p30"/>
            <p:cNvSpPr/>
            <p:nvPr/>
          </p:nvSpPr>
          <p:spPr>
            <a:xfrm rot="-2224800">
              <a:off x="1201320" y="409320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7" name="Google Shape;607;p30"/>
            <p:cNvSpPr/>
            <p:nvPr/>
          </p:nvSpPr>
          <p:spPr>
            <a:xfrm rot="-2224800">
              <a:off x="1193040" y="40366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8" name="Google Shape;608;p30"/>
            <p:cNvSpPr/>
            <p:nvPr/>
          </p:nvSpPr>
          <p:spPr>
            <a:xfrm rot="-2224800">
              <a:off x="1276200" y="401688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09" name="Google Shape;609;p30"/>
          <p:cNvGrpSpPr/>
          <p:nvPr/>
        </p:nvGrpSpPr>
        <p:grpSpPr>
          <a:xfrm>
            <a:off x="6902284" y="1246505"/>
            <a:ext cx="298101" cy="296965"/>
            <a:chOff x="6902284" y="1246505"/>
            <a:chExt cx="298101" cy="296965"/>
          </a:xfrm>
        </p:grpSpPr>
        <p:sp>
          <p:nvSpPr>
            <p:cNvPr id="610" name="Google Shape;610;p30"/>
            <p:cNvSpPr/>
            <p:nvPr/>
          </p:nvSpPr>
          <p:spPr>
            <a:xfrm rot="-2087400">
              <a:off x="6913440" y="13622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1" name="Google Shape;611;p30"/>
            <p:cNvSpPr/>
            <p:nvPr/>
          </p:nvSpPr>
          <p:spPr>
            <a:xfrm rot="-2087400">
              <a:off x="6984360" y="1347480"/>
              <a:ext cx="188280" cy="1562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55425" lIns="91425" spcFirstLastPara="1" rIns="91425" wrap="square" tIns="55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2" name="Google Shape;612;p30"/>
            <p:cNvSpPr/>
            <p:nvPr/>
          </p:nvSpPr>
          <p:spPr>
            <a:xfrm rot="-2087400">
              <a:off x="6978960" y="127764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3" name="Google Shape;613;p30"/>
            <p:cNvSpPr/>
            <p:nvPr/>
          </p:nvSpPr>
          <p:spPr>
            <a:xfrm rot="-2087400">
              <a:off x="7079040" y="1258200"/>
              <a:ext cx="59040" cy="5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4" name="Google Shape;614;p30"/>
          <p:cNvGrpSpPr/>
          <p:nvPr/>
        </p:nvGrpSpPr>
        <p:grpSpPr>
          <a:xfrm>
            <a:off x="874532" y="2087297"/>
            <a:ext cx="252034" cy="251458"/>
            <a:chOff x="874532" y="2087297"/>
            <a:chExt cx="252034" cy="251458"/>
          </a:xfrm>
        </p:grpSpPr>
        <p:sp>
          <p:nvSpPr>
            <p:cNvPr id="615" name="Google Shape;615;p30"/>
            <p:cNvSpPr/>
            <p:nvPr/>
          </p:nvSpPr>
          <p:spPr>
            <a:xfrm rot="-2224800">
              <a:off x="884160" y="219024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" name="Google Shape;616;p30"/>
            <p:cNvSpPr/>
            <p:nvPr/>
          </p:nvSpPr>
          <p:spPr>
            <a:xfrm rot="-2224800">
              <a:off x="945000" y="21733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" name="Google Shape;617;p30"/>
            <p:cNvSpPr/>
            <p:nvPr/>
          </p:nvSpPr>
          <p:spPr>
            <a:xfrm rot="-2224800">
              <a:off x="936720" y="21168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" name="Google Shape;618;p30"/>
            <p:cNvSpPr/>
            <p:nvPr/>
          </p:nvSpPr>
          <p:spPr>
            <a:xfrm rot="-2224800">
              <a:off x="1019880" y="209736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9" name="Google Shape;619;p30"/>
          <p:cNvGrpSpPr/>
          <p:nvPr/>
        </p:nvGrpSpPr>
        <p:grpSpPr>
          <a:xfrm>
            <a:off x="8278458" y="2892152"/>
            <a:ext cx="230422" cy="223259"/>
            <a:chOff x="8278458" y="2892152"/>
            <a:chExt cx="230422" cy="223259"/>
          </a:xfrm>
        </p:grpSpPr>
        <p:sp>
          <p:nvSpPr>
            <p:cNvPr id="620" name="Google Shape;620;p30"/>
            <p:cNvSpPr/>
            <p:nvPr/>
          </p:nvSpPr>
          <p:spPr>
            <a:xfrm rot="948600">
              <a:off x="8297640" y="29005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1" name="Google Shape;621;p30"/>
            <p:cNvSpPr/>
            <p:nvPr/>
          </p:nvSpPr>
          <p:spPr>
            <a:xfrm rot="948600">
              <a:off x="8293320" y="2965320"/>
              <a:ext cx="158040" cy="1310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2" name="Google Shape;622;p30"/>
            <p:cNvSpPr/>
            <p:nvPr/>
          </p:nvSpPr>
          <p:spPr>
            <a:xfrm rot="948600">
              <a:off x="8387640" y="289800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3" name="Google Shape;623;p30"/>
            <p:cNvSpPr/>
            <p:nvPr/>
          </p:nvSpPr>
          <p:spPr>
            <a:xfrm rot="948600">
              <a:off x="8453520" y="2952720"/>
              <a:ext cx="49680" cy="4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7275" lIns="91425" spcFirstLastPara="1" rIns="91425" wrap="square" tIns="17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24" name="Google Shape;624;p30"/>
          <p:cNvGrpSpPr/>
          <p:nvPr/>
        </p:nvGrpSpPr>
        <p:grpSpPr>
          <a:xfrm>
            <a:off x="7927627" y="1694952"/>
            <a:ext cx="357478" cy="352571"/>
            <a:chOff x="7927627" y="1694952"/>
            <a:chExt cx="357478" cy="352571"/>
          </a:xfrm>
        </p:grpSpPr>
        <p:sp>
          <p:nvSpPr>
            <p:cNvPr id="625" name="Google Shape;625;p30"/>
            <p:cNvSpPr/>
            <p:nvPr/>
          </p:nvSpPr>
          <p:spPr>
            <a:xfrm rot="772200">
              <a:off x="7946640" y="17139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6" name="Google Shape;626;p30"/>
            <p:cNvSpPr/>
            <p:nvPr/>
          </p:nvSpPr>
          <p:spPr>
            <a:xfrm rot="772200">
              <a:off x="7947720" y="1813320"/>
              <a:ext cx="251640" cy="208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 rot="772200">
              <a:off x="8089200" y="170280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8" name="Google Shape;628;p30"/>
            <p:cNvSpPr/>
            <p:nvPr/>
          </p:nvSpPr>
          <p:spPr>
            <a:xfrm rot="772200">
              <a:off x="8198280" y="1784160"/>
              <a:ext cx="79200" cy="7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29" name="Google Shape;629;p30"/>
          <p:cNvGrpSpPr/>
          <p:nvPr/>
        </p:nvGrpSpPr>
        <p:grpSpPr>
          <a:xfrm>
            <a:off x="6751440" y="2783880"/>
            <a:ext cx="1467000" cy="1897920"/>
            <a:chOff x="6751440" y="2783880"/>
            <a:chExt cx="1467000" cy="1897920"/>
          </a:xfrm>
        </p:grpSpPr>
        <p:sp>
          <p:nvSpPr>
            <p:cNvPr id="630" name="Google Shape;630;p30"/>
            <p:cNvSpPr/>
            <p:nvPr/>
          </p:nvSpPr>
          <p:spPr>
            <a:xfrm>
              <a:off x="7679160" y="3489120"/>
              <a:ext cx="539280" cy="1001160"/>
            </a:xfrm>
            <a:custGeom>
              <a:rect b="b" l="l" r="r" t="t"/>
              <a:pathLst>
                <a:path extrusionOk="0" h="40058" w="21591">
                  <a:moveTo>
                    <a:pt x="16280" y="0"/>
                  </a:moveTo>
                  <a:cubicBezTo>
                    <a:pt x="14961" y="0"/>
                    <a:pt x="13648" y="351"/>
                    <a:pt x="12504" y="1026"/>
                  </a:cubicBezTo>
                  <a:cubicBezTo>
                    <a:pt x="10850" y="2003"/>
                    <a:pt x="9439" y="3359"/>
                    <a:pt x="8436" y="4986"/>
                  </a:cubicBezTo>
                  <a:cubicBezTo>
                    <a:pt x="6320" y="8160"/>
                    <a:pt x="5290" y="11957"/>
                    <a:pt x="5507" y="15782"/>
                  </a:cubicBezTo>
                  <a:cubicBezTo>
                    <a:pt x="5642" y="18223"/>
                    <a:pt x="6266" y="20555"/>
                    <a:pt x="6754" y="22915"/>
                  </a:cubicBezTo>
                  <a:cubicBezTo>
                    <a:pt x="7242" y="25275"/>
                    <a:pt x="7595" y="27716"/>
                    <a:pt x="7161" y="30076"/>
                  </a:cubicBezTo>
                  <a:cubicBezTo>
                    <a:pt x="6700" y="32463"/>
                    <a:pt x="5371" y="34768"/>
                    <a:pt x="3201" y="35853"/>
                  </a:cubicBezTo>
                  <a:lnTo>
                    <a:pt x="0" y="40057"/>
                  </a:lnTo>
                  <a:cubicBezTo>
                    <a:pt x="1682" y="39488"/>
                    <a:pt x="3526" y="39379"/>
                    <a:pt x="5154" y="38674"/>
                  </a:cubicBezTo>
                  <a:cubicBezTo>
                    <a:pt x="8110" y="37399"/>
                    <a:pt x="9928" y="34334"/>
                    <a:pt x="10633" y="31215"/>
                  </a:cubicBezTo>
                  <a:cubicBezTo>
                    <a:pt x="11311" y="28069"/>
                    <a:pt x="11040" y="24841"/>
                    <a:pt x="10904" y="21640"/>
                  </a:cubicBezTo>
                  <a:cubicBezTo>
                    <a:pt x="10741" y="18440"/>
                    <a:pt x="10714" y="15131"/>
                    <a:pt x="11854" y="12147"/>
                  </a:cubicBezTo>
                  <a:cubicBezTo>
                    <a:pt x="12396" y="10737"/>
                    <a:pt x="13210" y="9380"/>
                    <a:pt x="14457" y="8540"/>
                  </a:cubicBezTo>
                  <a:cubicBezTo>
                    <a:pt x="15569" y="7807"/>
                    <a:pt x="16953" y="7536"/>
                    <a:pt x="18200" y="7048"/>
                  </a:cubicBezTo>
                  <a:cubicBezTo>
                    <a:pt x="19475" y="6587"/>
                    <a:pt x="20750" y="5746"/>
                    <a:pt x="21076" y="4444"/>
                  </a:cubicBezTo>
                  <a:cubicBezTo>
                    <a:pt x="21591" y="2572"/>
                    <a:pt x="19882" y="728"/>
                    <a:pt x="18038" y="213"/>
                  </a:cubicBezTo>
                  <a:cubicBezTo>
                    <a:pt x="17460" y="70"/>
                    <a:pt x="16869" y="0"/>
                    <a:pt x="16280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7848000" y="3489480"/>
              <a:ext cx="365760" cy="204480"/>
            </a:xfrm>
            <a:custGeom>
              <a:rect b="b" l="l" r="r" t="t"/>
              <a:pathLst>
                <a:path extrusionOk="0" h="8188" w="14648">
                  <a:moveTo>
                    <a:pt x="9532" y="0"/>
                  </a:moveTo>
                  <a:cubicBezTo>
                    <a:pt x="8218" y="0"/>
                    <a:pt x="6913" y="351"/>
                    <a:pt x="5750" y="1026"/>
                  </a:cubicBezTo>
                  <a:cubicBezTo>
                    <a:pt x="4096" y="2003"/>
                    <a:pt x="2713" y="3359"/>
                    <a:pt x="1682" y="4987"/>
                  </a:cubicBezTo>
                  <a:cubicBezTo>
                    <a:pt x="1004" y="5990"/>
                    <a:pt x="434" y="7048"/>
                    <a:pt x="0" y="8187"/>
                  </a:cubicBezTo>
                  <a:cubicBezTo>
                    <a:pt x="1845" y="5285"/>
                    <a:pt x="4611" y="3034"/>
                    <a:pt x="7839" y="1813"/>
                  </a:cubicBezTo>
                  <a:cubicBezTo>
                    <a:pt x="8544" y="1536"/>
                    <a:pt x="9295" y="1376"/>
                    <a:pt x="10050" y="1376"/>
                  </a:cubicBezTo>
                  <a:cubicBezTo>
                    <a:pt x="10108" y="1376"/>
                    <a:pt x="10167" y="1377"/>
                    <a:pt x="10226" y="1379"/>
                  </a:cubicBezTo>
                  <a:cubicBezTo>
                    <a:pt x="11040" y="1406"/>
                    <a:pt x="11799" y="1840"/>
                    <a:pt x="12260" y="2518"/>
                  </a:cubicBezTo>
                  <a:cubicBezTo>
                    <a:pt x="12586" y="3115"/>
                    <a:pt x="12667" y="3902"/>
                    <a:pt x="13264" y="4227"/>
                  </a:cubicBezTo>
                  <a:cubicBezTo>
                    <a:pt x="13410" y="4290"/>
                    <a:pt x="13564" y="4320"/>
                    <a:pt x="13718" y="4320"/>
                  </a:cubicBezTo>
                  <a:cubicBezTo>
                    <a:pt x="13965" y="4320"/>
                    <a:pt x="14213" y="4242"/>
                    <a:pt x="14430" y="4091"/>
                  </a:cubicBezTo>
                  <a:cubicBezTo>
                    <a:pt x="14647" y="2356"/>
                    <a:pt x="13020" y="701"/>
                    <a:pt x="11284" y="213"/>
                  </a:cubicBezTo>
                  <a:cubicBezTo>
                    <a:pt x="10706" y="70"/>
                    <a:pt x="10118" y="0"/>
                    <a:pt x="9532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6751440" y="3573720"/>
              <a:ext cx="1222200" cy="1096920"/>
            </a:xfrm>
            <a:custGeom>
              <a:rect b="b" l="l" r="r" t="t"/>
              <a:pathLst>
                <a:path extrusionOk="0" h="43896" w="48906">
                  <a:moveTo>
                    <a:pt x="16438" y="0"/>
                  </a:moveTo>
                  <a:cubicBezTo>
                    <a:pt x="13156" y="6673"/>
                    <a:pt x="10335" y="14430"/>
                    <a:pt x="9115" y="21699"/>
                  </a:cubicBezTo>
                  <a:cubicBezTo>
                    <a:pt x="8898" y="22540"/>
                    <a:pt x="8626" y="23354"/>
                    <a:pt x="8328" y="24167"/>
                  </a:cubicBezTo>
                  <a:cubicBezTo>
                    <a:pt x="7623" y="26147"/>
                    <a:pt x="7162" y="28182"/>
                    <a:pt x="6890" y="30270"/>
                  </a:cubicBezTo>
                  <a:cubicBezTo>
                    <a:pt x="6511" y="33417"/>
                    <a:pt x="7107" y="36265"/>
                    <a:pt x="7813" y="39357"/>
                  </a:cubicBezTo>
                  <a:cubicBezTo>
                    <a:pt x="6728" y="39275"/>
                    <a:pt x="6294" y="39302"/>
                    <a:pt x="4449" y="39221"/>
                  </a:cubicBezTo>
                  <a:cubicBezTo>
                    <a:pt x="4363" y="39218"/>
                    <a:pt x="4277" y="39217"/>
                    <a:pt x="4191" y="39217"/>
                  </a:cubicBezTo>
                  <a:cubicBezTo>
                    <a:pt x="3410" y="39217"/>
                    <a:pt x="2630" y="39329"/>
                    <a:pt x="1872" y="39574"/>
                  </a:cubicBezTo>
                  <a:cubicBezTo>
                    <a:pt x="1411" y="39709"/>
                    <a:pt x="1004" y="40008"/>
                    <a:pt x="733" y="40415"/>
                  </a:cubicBezTo>
                  <a:cubicBezTo>
                    <a:pt x="1" y="41527"/>
                    <a:pt x="788" y="42666"/>
                    <a:pt x="1764" y="43073"/>
                  </a:cubicBezTo>
                  <a:cubicBezTo>
                    <a:pt x="2496" y="43371"/>
                    <a:pt x="3310" y="43371"/>
                    <a:pt x="4097" y="43371"/>
                  </a:cubicBezTo>
                  <a:cubicBezTo>
                    <a:pt x="5814" y="43382"/>
                    <a:pt x="7235" y="43408"/>
                    <a:pt x="8565" y="43408"/>
                  </a:cubicBezTo>
                  <a:cubicBezTo>
                    <a:pt x="10407" y="43408"/>
                    <a:pt x="12073" y="43359"/>
                    <a:pt x="14105" y="43154"/>
                  </a:cubicBezTo>
                  <a:cubicBezTo>
                    <a:pt x="14485" y="43018"/>
                    <a:pt x="14838" y="42856"/>
                    <a:pt x="15163" y="42639"/>
                  </a:cubicBezTo>
                  <a:lnTo>
                    <a:pt x="15190" y="42612"/>
                  </a:lnTo>
                  <a:cubicBezTo>
                    <a:pt x="17550" y="43561"/>
                    <a:pt x="20208" y="43859"/>
                    <a:pt x="22785" y="43886"/>
                  </a:cubicBezTo>
                  <a:cubicBezTo>
                    <a:pt x="23376" y="43891"/>
                    <a:pt x="23963" y="43895"/>
                    <a:pt x="24547" y="43895"/>
                  </a:cubicBezTo>
                  <a:cubicBezTo>
                    <a:pt x="27612" y="43895"/>
                    <a:pt x="30596" y="43776"/>
                    <a:pt x="33580" y="42910"/>
                  </a:cubicBezTo>
                  <a:cubicBezTo>
                    <a:pt x="33716" y="42883"/>
                    <a:pt x="33879" y="42829"/>
                    <a:pt x="34014" y="42774"/>
                  </a:cubicBezTo>
                  <a:cubicBezTo>
                    <a:pt x="34258" y="42937"/>
                    <a:pt x="34530" y="43073"/>
                    <a:pt x="34801" y="43154"/>
                  </a:cubicBezTo>
                  <a:cubicBezTo>
                    <a:pt x="36849" y="43359"/>
                    <a:pt x="38512" y="43408"/>
                    <a:pt x="40349" y="43408"/>
                  </a:cubicBezTo>
                  <a:cubicBezTo>
                    <a:pt x="41676" y="43408"/>
                    <a:pt x="43092" y="43382"/>
                    <a:pt x="44810" y="43371"/>
                  </a:cubicBezTo>
                  <a:cubicBezTo>
                    <a:pt x="45596" y="43371"/>
                    <a:pt x="46410" y="43371"/>
                    <a:pt x="47142" y="43073"/>
                  </a:cubicBezTo>
                  <a:cubicBezTo>
                    <a:pt x="48119" y="42666"/>
                    <a:pt x="48905" y="41527"/>
                    <a:pt x="48200" y="40442"/>
                  </a:cubicBezTo>
                  <a:cubicBezTo>
                    <a:pt x="47902" y="40008"/>
                    <a:pt x="47468" y="39709"/>
                    <a:pt x="47007" y="39574"/>
                  </a:cubicBezTo>
                  <a:cubicBezTo>
                    <a:pt x="46322" y="39329"/>
                    <a:pt x="45616" y="39217"/>
                    <a:pt x="44908" y="39217"/>
                  </a:cubicBezTo>
                  <a:cubicBezTo>
                    <a:pt x="44830" y="39217"/>
                    <a:pt x="44752" y="39218"/>
                    <a:pt x="44674" y="39221"/>
                  </a:cubicBezTo>
                  <a:cubicBezTo>
                    <a:pt x="43074" y="39275"/>
                    <a:pt x="42206" y="39248"/>
                    <a:pt x="41094" y="39357"/>
                  </a:cubicBezTo>
                  <a:cubicBezTo>
                    <a:pt x="41826" y="36265"/>
                    <a:pt x="42423" y="33417"/>
                    <a:pt x="42043" y="30270"/>
                  </a:cubicBezTo>
                  <a:cubicBezTo>
                    <a:pt x="41799" y="28372"/>
                    <a:pt x="41446" y="26175"/>
                    <a:pt x="40660" y="24357"/>
                  </a:cubicBezTo>
                  <a:cubicBezTo>
                    <a:pt x="40307" y="23516"/>
                    <a:pt x="40036" y="22648"/>
                    <a:pt x="39819" y="21753"/>
                  </a:cubicBezTo>
                  <a:cubicBezTo>
                    <a:pt x="38001" y="14104"/>
                    <a:pt x="36211" y="8598"/>
                    <a:pt x="33201" y="1085"/>
                  </a:cubicBezTo>
                  <a:lnTo>
                    <a:pt x="16438" y="0"/>
                  </a:ln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3" name="Google Shape;633;p30"/>
            <p:cNvSpPr/>
            <p:nvPr/>
          </p:nvSpPr>
          <p:spPr>
            <a:xfrm>
              <a:off x="7123320" y="4328280"/>
              <a:ext cx="83160" cy="315720"/>
            </a:xfrm>
            <a:custGeom>
              <a:rect b="b" l="l" r="r" t="t"/>
              <a:pathLst>
                <a:path extrusionOk="0" h="12636" w="3347">
                  <a:moveTo>
                    <a:pt x="3124" y="0"/>
                  </a:moveTo>
                  <a:cubicBezTo>
                    <a:pt x="3058" y="0"/>
                    <a:pt x="2998" y="35"/>
                    <a:pt x="2977" y="118"/>
                  </a:cubicBezTo>
                  <a:cubicBezTo>
                    <a:pt x="2516" y="3400"/>
                    <a:pt x="1865" y="6628"/>
                    <a:pt x="997" y="9829"/>
                  </a:cubicBezTo>
                  <a:cubicBezTo>
                    <a:pt x="862" y="10263"/>
                    <a:pt x="753" y="10697"/>
                    <a:pt x="618" y="11131"/>
                  </a:cubicBezTo>
                  <a:cubicBezTo>
                    <a:pt x="563" y="11348"/>
                    <a:pt x="482" y="11565"/>
                    <a:pt x="428" y="11809"/>
                  </a:cubicBezTo>
                  <a:cubicBezTo>
                    <a:pt x="401" y="11999"/>
                    <a:pt x="292" y="12188"/>
                    <a:pt x="129" y="12351"/>
                  </a:cubicBezTo>
                  <a:cubicBezTo>
                    <a:pt x="0" y="12459"/>
                    <a:pt x="128" y="12635"/>
                    <a:pt x="267" y="12635"/>
                  </a:cubicBezTo>
                  <a:cubicBezTo>
                    <a:pt x="303" y="12635"/>
                    <a:pt x="340" y="12623"/>
                    <a:pt x="374" y="12595"/>
                  </a:cubicBezTo>
                  <a:lnTo>
                    <a:pt x="401" y="12568"/>
                  </a:lnTo>
                  <a:cubicBezTo>
                    <a:pt x="645" y="12324"/>
                    <a:pt x="780" y="11999"/>
                    <a:pt x="835" y="11673"/>
                  </a:cubicBezTo>
                  <a:cubicBezTo>
                    <a:pt x="970" y="11266"/>
                    <a:pt x="1079" y="10859"/>
                    <a:pt x="1187" y="10453"/>
                  </a:cubicBezTo>
                  <a:cubicBezTo>
                    <a:pt x="1404" y="9639"/>
                    <a:pt x="1621" y="8825"/>
                    <a:pt x="1811" y="8011"/>
                  </a:cubicBezTo>
                  <a:cubicBezTo>
                    <a:pt x="2218" y="6357"/>
                    <a:pt x="2571" y="4702"/>
                    <a:pt x="2869" y="3048"/>
                  </a:cubicBezTo>
                  <a:cubicBezTo>
                    <a:pt x="3032" y="2098"/>
                    <a:pt x="3194" y="1149"/>
                    <a:pt x="3330" y="227"/>
                  </a:cubicBezTo>
                  <a:cubicBezTo>
                    <a:pt x="3347" y="93"/>
                    <a:pt x="3229" y="0"/>
                    <a:pt x="3124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7515720" y="4328280"/>
              <a:ext cx="82800" cy="315000"/>
            </a:xfrm>
            <a:custGeom>
              <a:rect b="b" l="l" r="r" t="t"/>
              <a:pathLst>
                <a:path extrusionOk="0" h="12608" w="3331">
                  <a:moveTo>
                    <a:pt x="226" y="0"/>
                  </a:moveTo>
                  <a:cubicBezTo>
                    <a:pt x="125" y="0"/>
                    <a:pt x="1" y="93"/>
                    <a:pt x="1" y="227"/>
                  </a:cubicBezTo>
                  <a:cubicBezTo>
                    <a:pt x="489" y="3563"/>
                    <a:pt x="1167" y="6872"/>
                    <a:pt x="2089" y="10154"/>
                  </a:cubicBezTo>
                  <a:cubicBezTo>
                    <a:pt x="2225" y="10588"/>
                    <a:pt x="2333" y="11049"/>
                    <a:pt x="2469" y="11483"/>
                  </a:cubicBezTo>
                  <a:cubicBezTo>
                    <a:pt x="2577" y="11836"/>
                    <a:pt x="2659" y="12324"/>
                    <a:pt x="2957" y="12568"/>
                  </a:cubicBezTo>
                  <a:cubicBezTo>
                    <a:pt x="2991" y="12596"/>
                    <a:pt x="3027" y="12608"/>
                    <a:pt x="3064" y="12608"/>
                  </a:cubicBezTo>
                  <a:cubicBezTo>
                    <a:pt x="3203" y="12608"/>
                    <a:pt x="3330" y="12432"/>
                    <a:pt x="3201" y="12324"/>
                  </a:cubicBezTo>
                  <a:cubicBezTo>
                    <a:pt x="2930" y="12107"/>
                    <a:pt x="2849" y="11646"/>
                    <a:pt x="2767" y="11321"/>
                  </a:cubicBezTo>
                  <a:cubicBezTo>
                    <a:pt x="2659" y="10914"/>
                    <a:pt x="2550" y="10534"/>
                    <a:pt x="2442" y="10127"/>
                  </a:cubicBezTo>
                  <a:cubicBezTo>
                    <a:pt x="2198" y="9340"/>
                    <a:pt x="2008" y="8527"/>
                    <a:pt x="1791" y="7713"/>
                  </a:cubicBezTo>
                  <a:cubicBezTo>
                    <a:pt x="1411" y="6113"/>
                    <a:pt x="1058" y="4512"/>
                    <a:pt x="787" y="2885"/>
                  </a:cubicBezTo>
                  <a:cubicBezTo>
                    <a:pt x="624" y="1963"/>
                    <a:pt x="489" y="1041"/>
                    <a:pt x="353" y="118"/>
                  </a:cubicBezTo>
                  <a:cubicBezTo>
                    <a:pt x="343" y="35"/>
                    <a:pt x="289" y="0"/>
                    <a:pt x="226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5" name="Google Shape;635;p30"/>
            <p:cNvSpPr/>
            <p:nvPr/>
          </p:nvSpPr>
          <p:spPr>
            <a:xfrm>
              <a:off x="7149600" y="3573720"/>
              <a:ext cx="621360" cy="616680"/>
            </a:xfrm>
            <a:custGeom>
              <a:rect b="b" l="l" r="r" t="t"/>
              <a:pathLst>
                <a:path extrusionOk="0" h="24683" w="24874">
                  <a:moveTo>
                    <a:pt x="543" y="0"/>
                  </a:moveTo>
                  <a:cubicBezTo>
                    <a:pt x="353" y="353"/>
                    <a:pt x="163" y="732"/>
                    <a:pt x="1" y="1112"/>
                  </a:cubicBezTo>
                  <a:cubicBezTo>
                    <a:pt x="2116" y="2116"/>
                    <a:pt x="4422" y="2712"/>
                    <a:pt x="6782" y="2929"/>
                  </a:cubicBezTo>
                  <a:cubicBezTo>
                    <a:pt x="8192" y="3079"/>
                    <a:pt x="9609" y="3126"/>
                    <a:pt x="11030" y="3126"/>
                  </a:cubicBezTo>
                  <a:cubicBezTo>
                    <a:pt x="12450" y="3126"/>
                    <a:pt x="13874" y="3079"/>
                    <a:pt x="15298" y="3038"/>
                  </a:cubicBezTo>
                  <a:cubicBezTo>
                    <a:pt x="15342" y="3033"/>
                    <a:pt x="15386" y="3031"/>
                    <a:pt x="15430" y="3031"/>
                  </a:cubicBezTo>
                  <a:cubicBezTo>
                    <a:pt x="15638" y="3031"/>
                    <a:pt x="15857" y="3079"/>
                    <a:pt x="16058" y="3146"/>
                  </a:cubicBezTo>
                  <a:cubicBezTo>
                    <a:pt x="16492" y="3336"/>
                    <a:pt x="16709" y="3825"/>
                    <a:pt x="16872" y="4286"/>
                  </a:cubicBezTo>
                  <a:lnTo>
                    <a:pt x="22975" y="20723"/>
                  </a:lnTo>
                  <a:cubicBezTo>
                    <a:pt x="23463" y="22106"/>
                    <a:pt x="24032" y="23516"/>
                    <a:pt x="24873" y="24683"/>
                  </a:cubicBezTo>
                  <a:cubicBezTo>
                    <a:pt x="24819" y="24574"/>
                    <a:pt x="24792" y="24466"/>
                    <a:pt x="24738" y="24330"/>
                  </a:cubicBezTo>
                  <a:cubicBezTo>
                    <a:pt x="24385" y="23489"/>
                    <a:pt x="24114" y="22621"/>
                    <a:pt x="23924" y="21753"/>
                  </a:cubicBezTo>
                  <a:cubicBezTo>
                    <a:pt x="22107" y="14077"/>
                    <a:pt x="20316" y="8571"/>
                    <a:pt x="17306" y="1058"/>
                  </a:cubicBezTo>
                  <a:lnTo>
                    <a:pt x="543" y="0"/>
                  </a:ln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6" name="Google Shape;636;p30"/>
            <p:cNvSpPr/>
            <p:nvPr/>
          </p:nvSpPr>
          <p:spPr>
            <a:xfrm>
              <a:off x="7138800" y="4222440"/>
              <a:ext cx="449280" cy="448920"/>
            </a:xfrm>
            <a:custGeom>
              <a:rect b="b" l="l" r="r" t="t"/>
              <a:pathLst>
                <a:path extrusionOk="0" h="17964" w="17984">
                  <a:moveTo>
                    <a:pt x="5425" y="1"/>
                  </a:moveTo>
                  <a:cubicBezTo>
                    <a:pt x="4639" y="1031"/>
                    <a:pt x="4747" y="2442"/>
                    <a:pt x="4720" y="3744"/>
                  </a:cubicBezTo>
                  <a:cubicBezTo>
                    <a:pt x="4666" y="4747"/>
                    <a:pt x="4530" y="5751"/>
                    <a:pt x="4286" y="6754"/>
                  </a:cubicBezTo>
                  <a:cubicBezTo>
                    <a:pt x="4205" y="7270"/>
                    <a:pt x="3988" y="7785"/>
                    <a:pt x="3689" y="8219"/>
                  </a:cubicBezTo>
                  <a:cubicBezTo>
                    <a:pt x="3449" y="8539"/>
                    <a:pt x="3062" y="8727"/>
                    <a:pt x="2668" y="8727"/>
                  </a:cubicBezTo>
                  <a:cubicBezTo>
                    <a:pt x="2528" y="8727"/>
                    <a:pt x="2387" y="8703"/>
                    <a:pt x="2252" y="8653"/>
                  </a:cubicBezTo>
                  <a:cubicBezTo>
                    <a:pt x="1655" y="11393"/>
                    <a:pt x="896" y="14105"/>
                    <a:pt x="1" y="16763"/>
                  </a:cubicBezTo>
                  <a:lnTo>
                    <a:pt x="1" y="16790"/>
                  </a:lnTo>
                  <a:cubicBezTo>
                    <a:pt x="2306" y="17631"/>
                    <a:pt x="4829" y="17929"/>
                    <a:pt x="7297" y="17957"/>
                  </a:cubicBezTo>
                  <a:cubicBezTo>
                    <a:pt x="7820" y="17960"/>
                    <a:pt x="8340" y="17964"/>
                    <a:pt x="8857" y="17964"/>
                  </a:cubicBezTo>
                  <a:cubicBezTo>
                    <a:pt x="11958" y="17964"/>
                    <a:pt x="14958" y="17844"/>
                    <a:pt x="17957" y="17007"/>
                  </a:cubicBezTo>
                  <a:cubicBezTo>
                    <a:pt x="17984" y="16627"/>
                    <a:pt x="17957" y="16275"/>
                    <a:pt x="17875" y="15922"/>
                  </a:cubicBezTo>
                  <a:cubicBezTo>
                    <a:pt x="17062" y="11962"/>
                    <a:pt x="14729" y="8436"/>
                    <a:pt x="14295" y="4449"/>
                  </a:cubicBezTo>
                  <a:cubicBezTo>
                    <a:pt x="14214" y="3717"/>
                    <a:pt x="14105" y="2849"/>
                    <a:pt x="13481" y="2496"/>
                  </a:cubicBezTo>
                  <a:cubicBezTo>
                    <a:pt x="12098" y="5642"/>
                    <a:pt x="11176" y="8979"/>
                    <a:pt x="10769" y="12369"/>
                  </a:cubicBezTo>
                  <a:cubicBezTo>
                    <a:pt x="10660" y="13671"/>
                    <a:pt x="10498" y="14946"/>
                    <a:pt x="10226" y="16193"/>
                  </a:cubicBezTo>
                  <a:cubicBezTo>
                    <a:pt x="10199" y="16383"/>
                    <a:pt x="10118" y="16546"/>
                    <a:pt x="9982" y="16682"/>
                  </a:cubicBezTo>
                  <a:cubicBezTo>
                    <a:pt x="9792" y="16844"/>
                    <a:pt x="9575" y="16953"/>
                    <a:pt x="9304" y="16953"/>
                  </a:cubicBezTo>
                  <a:cubicBezTo>
                    <a:pt x="9041" y="16985"/>
                    <a:pt x="8762" y="17010"/>
                    <a:pt x="8486" y="17010"/>
                  </a:cubicBezTo>
                  <a:cubicBezTo>
                    <a:pt x="7819" y="17010"/>
                    <a:pt x="7165" y="16866"/>
                    <a:pt x="6782" y="16329"/>
                  </a:cubicBezTo>
                  <a:cubicBezTo>
                    <a:pt x="6592" y="16031"/>
                    <a:pt x="6483" y="15678"/>
                    <a:pt x="6456" y="15298"/>
                  </a:cubicBezTo>
                  <a:cubicBezTo>
                    <a:pt x="6049" y="12315"/>
                    <a:pt x="5778" y="9304"/>
                    <a:pt x="5697" y="6293"/>
                  </a:cubicBezTo>
                  <a:lnTo>
                    <a:pt x="5425" y="1"/>
                  </a:ln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7098840" y="3998880"/>
              <a:ext cx="191520" cy="679320"/>
            </a:xfrm>
            <a:custGeom>
              <a:rect b="b" l="l" r="r" t="t"/>
              <a:pathLst>
                <a:path extrusionOk="0" h="27180" w="7677">
                  <a:moveTo>
                    <a:pt x="0" y="1"/>
                  </a:moveTo>
                  <a:lnTo>
                    <a:pt x="1357" y="7460"/>
                  </a:lnTo>
                  <a:cubicBezTo>
                    <a:pt x="2279" y="12505"/>
                    <a:pt x="3201" y="17577"/>
                    <a:pt x="4937" y="22405"/>
                  </a:cubicBezTo>
                  <a:cubicBezTo>
                    <a:pt x="5018" y="22649"/>
                    <a:pt x="4883" y="22920"/>
                    <a:pt x="4639" y="22975"/>
                  </a:cubicBezTo>
                  <a:cubicBezTo>
                    <a:pt x="3418" y="23300"/>
                    <a:pt x="2333" y="24873"/>
                    <a:pt x="2414" y="26121"/>
                  </a:cubicBezTo>
                  <a:cubicBezTo>
                    <a:pt x="2387" y="26338"/>
                    <a:pt x="2469" y="26555"/>
                    <a:pt x="2631" y="26718"/>
                  </a:cubicBezTo>
                  <a:cubicBezTo>
                    <a:pt x="2794" y="26908"/>
                    <a:pt x="3038" y="27043"/>
                    <a:pt x="3309" y="27097"/>
                  </a:cubicBezTo>
                  <a:cubicBezTo>
                    <a:pt x="4150" y="27150"/>
                    <a:pt x="5002" y="27180"/>
                    <a:pt x="5851" y="27180"/>
                  </a:cubicBezTo>
                  <a:cubicBezTo>
                    <a:pt x="6317" y="27180"/>
                    <a:pt x="6781" y="27171"/>
                    <a:pt x="7242" y="27152"/>
                  </a:cubicBezTo>
                  <a:cubicBezTo>
                    <a:pt x="7487" y="27152"/>
                    <a:pt x="7676" y="26935"/>
                    <a:pt x="7676" y="26691"/>
                  </a:cubicBezTo>
                  <a:cubicBezTo>
                    <a:pt x="7351" y="19503"/>
                    <a:pt x="7324" y="11637"/>
                    <a:pt x="6998" y="447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8" name="Google Shape;638;p30"/>
            <p:cNvSpPr/>
            <p:nvPr/>
          </p:nvSpPr>
          <p:spPr>
            <a:xfrm>
              <a:off x="7425720" y="3998880"/>
              <a:ext cx="191520" cy="679320"/>
            </a:xfrm>
            <a:custGeom>
              <a:rect b="b" l="l" r="r" t="t"/>
              <a:pathLst>
                <a:path extrusionOk="0" h="27180" w="7677">
                  <a:moveTo>
                    <a:pt x="7676" y="1"/>
                  </a:moveTo>
                  <a:lnTo>
                    <a:pt x="678" y="4476"/>
                  </a:lnTo>
                  <a:cubicBezTo>
                    <a:pt x="353" y="11637"/>
                    <a:pt x="326" y="19503"/>
                    <a:pt x="0" y="26691"/>
                  </a:cubicBezTo>
                  <a:cubicBezTo>
                    <a:pt x="0" y="26935"/>
                    <a:pt x="190" y="27152"/>
                    <a:pt x="434" y="27152"/>
                  </a:cubicBezTo>
                  <a:cubicBezTo>
                    <a:pt x="895" y="27171"/>
                    <a:pt x="1360" y="27180"/>
                    <a:pt x="1825" y="27180"/>
                  </a:cubicBezTo>
                  <a:cubicBezTo>
                    <a:pt x="2674" y="27180"/>
                    <a:pt x="3526" y="27150"/>
                    <a:pt x="4367" y="27097"/>
                  </a:cubicBezTo>
                  <a:cubicBezTo>
                    <a:pt x="4638" y="27043"/>
                    <a:pt x="4882" y="26908"/>
                    <a:pt x="5045" y="26718"/>
                  </a:cubicBezTo>
                  <a:cubicBezTo>
                    <a:pt x="5208" y="26555"/>
                    <a:pt x="5262" y="26338"/>
                    <a:pt x="5262" y="26121"/>
                  </a:cubicBezTo>
                  <a:cubicBezTo>
                    <a:pt x="5343" y="24873"/>
                    <a:pt x="4258" y="23300"/>
                    <a:pt x="3038" y="22975"/>
                  </a:cubicBezTo>
                  <a:cubicBezTo>
                    <a:pt x="2794" y="22920"/>
                    <a:pt x="2658" y="22649"/>
                    <a:pt x="2740" y="22405"/>
                  </a:cubicBezTo>
                  <a:cubicBezTo>
                    <a:pt x="4475" y="17577"/>
                    <a:pt x="5398" y="12505"/>
                    <a:pt x="6320" y="7460"/>
                  </a:cubicBezTo>
                  <a:lnTo>
                    <a:pt x="7676" y="1"/>
                  </a:ln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7092720" y="3993480"/>
              <a:ext cx="202680" cy="687600"/>
            </a:xfrm>
            <a:custGeom>
              <a:rect b="b" l="l" r="r" t="t"/>
              <a:pathLst>
                <a:path extrusionOk="0" h="27524" w="8127">
                  <a:moveTo>
                    <a:pt x="209" y="1"/>
                  </a:moveTo>
                  <a:cubicBezTo>
                    <a:pt x="107" y="1"/>
                    <a:pt x="0" y="82"/>
                    <a:pt x="16" y="210"/>
                  </a:cubicBezTo>
                  <a:cubicBezTo>
                    <a:pt x="749" y="4224"/>
                    <a:pt x="1454" y="8238"/>
                    <a:pt x="2241" y="12226"/>
                  </a:cubicBezTo>
                  <a:cubicBezTo>
                    <a:pt x="2620" y="14178"/>
                    <a:pt x="3027" y="16104"/>
                    <a:pt x="3542" y="18003"/>
                  </a:cubicBezTo>
                  <a:cubicBezTo>
                    <a:pt x="3787" y="18952"/>
                    <a:pt x="4058" y="19929"/>
                    <a:pt x="4383" y="20878"/>
                  </a:cubicBezTo>
                  <a:cubicBezTo>
                    <a:pt x="4519" y="21339"/>
                    <a:pt x="4682" y="21800"/>
                    <a:pt x="4817" y="22261"/>
                  </a:cubicBezTo>
                  <a:cubicBezTo>
                    <a:pt x="4899" y="22424"/>
                    <a:pt x="5061" y="22695"/>
                    <a:pt x="4953" y="22885"/>
                  </a:cubicBezTo>
                  <a:cubicBezTo>
                    <a:pt x="4844" y="23075"/>
                    <a:pt x="4655" y="23048"/>
                    <a:pt x="4492" y="23102"/>
                  </a:cubicBezTo>
                  <a:cubicBezTo>
                    <a:pt x="3841" y="23401"/>
                    <a:pt x="3325" y="23889"/>
                    <a:pt x="2946" y="24513"/>
                  </a:cubicBezTo>
                  <a:cubicBezTo>
                    <a:pt x="2566" y="25109"/>
                    <a:pt x="2403" y="25787"/>
                    <a:pt x="2457" y="26493"/>
                  </a:cubicBezTo>
                  <a:cubicBezTo>
                    <a:pt x="2512" y="26845"/>
                    <a:pt x="2756" y="27144"/>
                    <a:pt x="3081" y="27306"/>
                  </a:cubicBezTo>
                  <a:cubicBezTo>
                    <a:pt x="3399" y="27443"/>
                    <a:pt x="3756" y="27503"/>
                    <a:pt x="4102" y="27503"/>
                  </a:cubicBezTo>
                  <a:cubicBezTo>
                    <a:pt x="4169" y="27503"/>
                    <a:pt x="4236" y="27501"/>
                    <a:pt x="4302" y="27496"/>
                  </a:cubicBezTo>
                  <a:cubicBezTo>
                    <a:pt x="5116" y="27523"/>
                    <a:pt x="5929" y="27523"/>
                    <a:pt x="6716" y="27523"/>
                  </a:cubicBezTo>
                  <a:lnTo>
                    <a:pt x="7286" y="27523"/>
                  </a:lnTo>
                  <a:cubicBezTo>
                    <a:pt x="7448" y="27523"/>
                    <a:pt x="7611" y="27496"/>
                    <a:pt x="7747" y="27442"/>
                  </a:cubicBezTo>
                  <a:cubicBezTo>
                    <a:pt x="8126" y="27225"/>
                    <a:pt x="8045" y="26818"/>
                    <a:pt x="8045" y="26466"/>
                  </a:cubicBezTo>
                  <a:cubicBezTo>
                    <a:pt x="7991" y="25516"/>
                    <a:pt x="7964" y="24567"/>
                    <a:pt x="7937" y="23618"/>
                  </a:cubicBezTo>
                  <a:cubicBezTo>
                    <a:pt x="7855" y="21665"/>
                    <a:pt x="7801" y="19685"/>
                    <a:pt x="7774" y="17732"/>
                  </a:cubicBezTo>
                  <a:cubicBezTo>
                    <a:pt x="7665" y="13853"/>
                    <a:pt x="7584" y="9947"/>
                    <a:pt x="7421" y="6041"/>
                  </a:cubicBezTo>
                  <a:cubicBezTo>
                    <a:pt x="7421" y="5580"/>
                    <a:pt x="7394" y="5119"/>
                    <a:pt x="7367" y="4658"/>
                  </a:cubicBezTo>
                  <a:cubicBezTo>
                    <a:pt x="7367" y="4550"/>
                    <a:pt x="7279" y="4495"/>
                    <a:pt x="7191" y="4495"/>
                  </a:cubicBezTo>
                  <a:cubicBezTo>
                    <a:pt x="7102" y="4495"/>
                    <a:pt x="7014" y="4550"/>
                    <a:pt x="7014" y="4658"/>
                  </a:cubicBezTo>
                  <a:lnTo>
                    <a:pt x="7069" y="4685"/>
                  </a:lnTo>
                  <a:cubicBezTo>
                    <a:pt x="7231" y="8455"/>
                    <a:pt x="7313" y="12226"/>
                    <a:pt x="7394" y="15996"/>
                  </a:cubicBezTo>
                  <a:cubicBezTo>
                    <a:pt x="7448" y="17894"/>
                    <a:pt x="7475" y="19793"/>
                    <a:pt x="7530" y="21692"/>
                  </a:cubicBezTo>
                  <a:cubicBezTo>
                    <a:pt x="7557" y="22614"/>
                    <a:pt x="7584" y="23563"/>
                    <a:pt x="7638" y="24486"/>
                  </a:cubicBezTo>
                  <a:cubicBezTo>
                    <a:pt x="7638" y="24974"/>
                    <a:pt x="7665" y="25435"/>
                    <a:pt x="7692" y="25896"/>
                  </a:cubicBezTo>
                  <a:cubicBezTo>
                    <a:pt x="7692" y="26113"/>
                    <a:pt x="7692" y="26330"/>
                    <a:pt x="7720" y="26547"/>
                  </a:cubicBezTo>
                  <a:cubicBezTo>
                    <a:pt x="7720" y="26791"/>
                    <a:pt x="7801" y="27035"/>
                    <a:pt x="7584" y="27171"/>
                  </a:cubicBezTo>
                  <a:cubicBezTo>
                    <a:pt x="7469" y="27190"/>
                    <a:pt x="7354" y="27209"/>
                    <a:pt x="7239" y="27209"/>
                  </a:cubicBezTo>
                  <a:cubicBezTo>
                    <a:pt x="7191" y="27209"/>
                    <a:pt x="7143" y="27206"/>
                    <a:pt x="7096" y="27198"/>
                  </a:cubicBezTo>
                  <a:lnTo>
                    <a:pt x="5441" y="27198"/>
                  </a:lnTo>
                  <a:cubicBezTo>
                    <a:pt x="5007" y="27198"/>
                    <a:pt x="4573" y="27171"/>
                    <a:pt x="4166" y="27171"/>
                  </a:cubicBezTo>
                  <a:cubicBezTo>
                    <a:pt x="3732" y="27144"/>
                    <a:pt x="3271" y="27171"/>
                    <a:pt x="2946" y="26791"/>
                  </a:cubicBezTo>
                  <a:cubicBezTo>
                    <a:pt x="2729" y="26547"/>
                    <a:pt x="2756" y="26086"/>
                    <a:pt x="2837" y="25787"/>
                  </a:cubicBezTo>
                  <a:cubicBezTo>
                    <a:pt x="2891" y="25435"/>
                    <a:pt x="3027" y="25082"/>
                    <a:pt x="3217" y="24784"/>
                  </a:cubicBezTo>
                  <a:cubicBezTo>
                    <a:pt x="3542" y="24160"/>
                    <a:pt x="4085" y="23645"/>
                    <a:pt x="4763" y="23373"/>
                  </a:cubicBezTo>
                  <a:cubicBezTo>
                    <a:pt x="5061" y="23292"/>
                    <a:pt x="5333" y="23156"/>
                    <a:pt x="5333" y="22777"/>
                  </a:cubicBezTo>
                  <a:cubicBezTo>
                    <a:pt x="5305" y="22587"/>
                    <a:pt x="5278" y="22424"/>
                    <a:pt x="5197" y="22261"/>
                  </a:cubicBezTo>
                  <a:cubicBezTo>
                    <a:pt x="5116" y="22017"/>
                    <a:pt x="5034" y="21773"/>
                    <a:pt x="4953" y="21529"/>
                  </a:cubicBezTo>
                  <a:cubicBezTo>
                    <a:pt x="4655" y="20607"/>
                    <a:pt x="4356" y="19712"/>
                    <a:pt x="4112" y="18790"/>
                  </a:cubicBezTo>
                  <a:cubicBezTo>
                    <a:pt x="3597" y="16918"/>
                    <a:pt x="3163" y="15046"/>
                    <a:pt x="2783" y="13175"/>
                  </a:cubicBezTo>
                  <a:cubicBezTo>
                    <a:pt x="1996" y="9323"/>
                    <a:pt x="1318" y="5445"/>
                    <a:pt x="613" y="1566"/>
                  </a:cubicBezTo>
                  <a:lnTo>
                    <a:pt x="369" y="128"/>
                  </a:lnTo>
                  <a:cubicBezTo>
                    <a:pt x="347" y="40"/>
                    <a:pt x="279" y="1"/>
                    <a:pt x="209" y="1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0" name="Google Shape;640;p30"/>
            <p:cNvSpPr/>
            <p:nvPr/>
          </p:nvSpPr>
          <p:spPr>
            <a:xfrm>
              <a:off x="7419960" y="3993480"/>
              <a:ext cx="201960" cy="688320"/>
            </a:xfrm>
            <a:custGeom>
              <a:rect b="b" l="l" r="r" t="t"/>
              <a:pathLst>
                <a:path extrusionOk="0" h="27551" w="8099">
                  <a:moveTo>
                    <a:pt x="7891" y="1"/>
                  </a:moveTo>
                  <a:cubicBezTo>
                    <a:pt x="7820" y="1"/>
                    <a:pt x="7753" y="40"/>
                    <a:pt x="7730" y="128"/>
                  </a:cubicBezTo>
                  <a:cubicBezTo>
                    <a:pt x="7025" y="4007"/>
                    <a:pt x="6347" y="7913"/>
                    <a:pt x="5588" y="11792"/>
                  </a:cubicBezTo>
                  <a:cubicBezTo>
                    <a:pt x="5235" y="13663"/>
                    <a:pt x="4828" y="15535"/>
                    <a:pt x="4367" y="17406"/>
                  </a:cubicBezTo>
                  <a:cubicBezTo>
                    <a:pt x="4123" y="18328"/>
                    <a:pt x="3879" y="19251"/>
                    <a:pt x="3580" y="20173"/>
                  </a:cubicBezTo>
                  <a:cubicBezTo>
                    <a:pt x="3445" y="20634"/>
                    <a:pt x="3309" y="21095"/>
                    <a:pt x="3146" y="21556"/>
                  </a:cubicBezTo>
                  <a:cubicBezTo>
                    <a:pt x="3065" y="21773"/>
                    <a:pt x="3011" y="21990"/>
                    <a:pt x="2929" y="22207"/>
                  </a:cubicBezTo>
                  <a:cubicBezTo>
                    <a:pt x="2821" y="22397"/>
                    <a:pt x="2794" y="22614"/>
                    <a:pt x="2767" y="22831"/>
                  </a:cubicBezTo>
                  <a:cubicBezTo>
                    <a:pt x="2821" y="23184"/>
                    <a:pt x="3092" y="23292"/>
                    <a:pt x="3391" y="23401"/>
                  </a:cubicBezTo>
                  <a:cubicBezTo>
                    <a:pt x="3689" y="23509"/>
                    <a:pt x="3987" y="23699"/>
                    <a:pt x="4231" y="23943"/>
                  </a:cubicBezTo>
                  <a:cubicBezTo>
                    <a:pt x="4774" y="24431"/>
                    <a:pt x="5126" y="25082"/>
                    <a:pt x="5289" y="25815"/>
                  </a:cubicBezTo>
                  <a:cubicBezTo>
                    <a:pt x="5343" y="26113"/>
                    <a:pt x="5371" y="26574"/>
                    <a:pt x="5126" y="26818"/>
                  </a:cubicBezTo>
                  <a:cubicBezTo>
                    <a:pt x="4801" y="27171"/>
                    <a:pt x="4367" y="27144"/>
                    <a:pt x="3906" y="27171"/>
                  </a:cubicBezTo>
                  <a:cubicBezTo>
                    <a:pt x="3350" y="27190"/>
                    <a:pt x="2793" y="27209"/>
                    <a:pt x="2228" y="27209"/>
                  </a:cubicBezTo>
                  <a:cubicBezTo>
                    <a:pt x="1993" y="27209"/>
                    <a:pt x="1757" y="27206"/>
                    <a:pt x="1519" y="27198"/>
                  </a:cubicBezTo>
                  <a:lnTo>
                    <a:pt x="1004" y="27198"/>
                  </a:lnTo>
                  <a:cubicBezTo>
                    <a:pt x="949" y="27198"/>
                    <a:pt x="883" y="27201"/>
                    <a:pt x="814" y="27201"/>
                  </a:cubicBezTo>
                  <a:cubicBezTo>
                    <a:pt x="675" y="27201"/>
                    <a:pt x="524" y="27189"/>
                    <a:pt x="434" y="27117"/>
                  </a:cubicBezTo>
                  <a:cubicBezTo>
                    <a:pt x="298" y="26981"/>
                    <a:pt x="380" y="26764"/>
                    <a:pt x="380" y="26601"/>
                  </a:cubicBezTo>
                  <a:lnTo>
                    <a:pt x="407" y="25842"/>
                  </a:lnTo>
                  <a:cubicBezTo>
                    <a:pt x="434" y="24919"/>
                    <a:pt x="488" y="23997"/>
                    <a:pt x="515" y="23075"/>
                  </a:cubicBezTo>
                  <a:cubicBezTo>
                    <a:pt x="570" y="21176"/>
                    <a:pt x="624" y="19278"/>
                    <a:pt x="651" y="17379"/>
                  </a:cubicBezTo>
                  <a:cubicBezTo>
                    <a:pt x="760" y="13609"/>
                    <a:pt x="814" y="9812"/>
                    <a:pt x="977" y="6014"/>
                  </a:cubicBezTo>
                  <a:lnTo>
                    <a:pt x="1031" y="4658"/>
                  </a:lnTo>
                  <a:cubicBezTo>
                    <a:pt x="1031" y="4550"/>
                    <a:pt x="949" y="4495"/>
                    <a:pt x="868" y="4495"/>
                  </a:cubicBezTo>
                  <a:cubicBezTo>
                    <a:pt x="787" y="4495"/>
                    <a:pt x="705" y="4550"/>
                    <a:pt x="705" y="4658"/>
                  </a:cubicBezTo>
                  <a:lnTo>
                    <a:pt x="732" y="4685"/>
                  </a:lnTo>
                  <a:cubicBezTo>
                    <a:pt x="543" y="8564"/>
                    <a:pt x="461" y="12470"/>
                    <a:pt x="380" y="16348"/>
                  </a:cubicBezTo>
                  <a:cubicBezTo>
                    <a:pt x="326" y="18301"/>
                    <a:pt x="271" y="20254"/>
                    <a:pt x="217" y="22207"/>
                  </a:cubicBezTo>
                  <a:cubicBezTo>
                    <a:pt x="190" y="23184"/>
                    <a:pt x="163" y="24160"/>
                    <a:pt x="136" y="25109"/>
                  </a:cubicBezTo>
                  <a:cubicBezTo>
                    <a:pt x="109" y="25598"/>
                    <a:pt x="81" y="26059"/>
                    <a:pt x="81" y="26520"/>
                  </a:cubicBezTo>
                  <a:cubicBezTo>
                    <a:pt x="81" y="26845"/>
                    <a:pt x="0" y="27252"/>
                    <a:pt x="353" y="27442"/>
                  </a:cubicBezTo>
                  <a:cubicBezTo>
                    <a:pt x="515" y="27523"/>
                    <a:pt x="678" y="27550"/>
                    <a:pt x="841" y="27550"/>
                  </a:cubicBezTo>
                  <a:lnTo>
                    <a:pt x="2550" y="27550"/>
                  </a:lnTo>
                  <a:cubicBezTo>
                    <a:pt x="2929" y="27550"/>
                    <a:pt x="3391" y="27550"/>
                    <a:pt x="3797" y="27496"/>
                  </a:cubicBezTo>
                  <a:cubicBezTo>
                    <a:pt x="3868" y="27501"/>
                    <a:pt x="3938" y="27503"/>
                    <a:pt x="4008" y="27503"/>
                  </a:cubicBezTo>
                  <a:cubicBezTo>
                    <a:pt x="4371" y="27503"/>
                    <a:pt x="4727" y="27443"/>
                    <a:pt x="5045" y="27306"/>
                  </a:cubicBezTo>
                  <a:cubicBezTo>
                    <a:pt x="5371" y="27144"/>
                    <a:pt x="5588" y="26818"/>
                    <a:pt x="5642" y="26466"/>
                  </a:cubicBezTo>
                  <a:cubicBezTo>
                    <a:pt x="5696" y="26140"/>
                    <a:pt x="5669" y="25815"/>
                    <a:pt x="5588" y="25489"/>
                  </a:cubicBezTo>
                  <a:cubicBezTo>
                    <a:pt x="5371" y="24784"/>
                    <a:pt x="4991" y="24160"/>
                    <a:pt x="4448" y="23672"/>
                  </a:cubicBezTo>
                  <a:cubicBezTo>
                    <a:pt x="4204" y="23428"/>
                    <a:pt x="3906" y="23238"/>
                    <a:pt x="3608" y="23129"/>
                  </a:cubicBezTo>
                  <a:cubicBezTo>
                    <a:pt x="3472" y="23048"/>
                    <a:pt x="3228" y="23048"/>
                    <a:pt x="3146" y="22885"/>
                  </a:cubicBezTo>
                  <a:cubicBezTo>
                    <a:pt x="3065" y="22750"/>
                    <a:pt x="3228" y="22424"/>
                    <a:pt x="3282" y="22234"/>
                  </a:cubicBezTo>
                  <a:cubicBezTo>
                    <a:pt x="3635" y="21312"/>
                    <a:pt x="3906" y="20363"/>
                    <a:pt x="4177" y="19413"/>
                  </a:cubicBezTo>
                  <a:cubicBezTo>
                    <a:pt x="4720" y="17515"/>
                    <a:pt x="5208" y="15562"/>
                    <a:pt x="5588" y="13636"/>
                  </a:cubicBezTo>
                  <a:cubicBezTo>
                    <a:pt x="6401" y="9676"/>
                    <a:pt x="7079" y="5689"/>
                    <a:pt x="7812" y="1702"/>
                  </a:cubicBezTo>
                  <a:lnTo>
                    <a:pt x="8083" y="210"/>
                  </a:lnTo>
                  <a:cubicBezTo>
                    <a:pt x="8099" y="82"/>
                    <a:pt x="7992" y="1"/>
                    <a:pt x="7891" y="1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7767360" y="4554000"/>
              <a:ext cx="176040" cy="30240"/>
            </a:xfrm>
            <a:custGeom>
              <a:rect b="b" l="l" r="r" t="t"/>
              <a:pathLst>
                <a:path extrusionOk="0" h="1225" w="7053">
                  <a:moveTo>
                    <a:pt x="4276" y="0"/>
                  </a:moveTo>
                  <a:cubicBezTo>
                    <a:pt x="4198" y="0"/>
                    <a:pt x="4120" y="1"/>
                    <a:pt x="4042" y="4"/>
                  </a:cubicBezTo>
                  <a:cubicBezTo>
                    <a:pt x="2469" y="58"/>
                    <a:pt x="1601" y="31"/>
                    <a:pt x="516" y="113"/>
                  </a:cubicBezTo>
                  <a:cubicBezTo>
                    <a:pt x="353" y="492"/>
                    <a:pt x="190" y="845"/>
                    <a:pt x="0" y="1225"/>
                  </a:cubicBezTo>
                  <a:cubicBezTo>
                    <a:pt x="1275" y="872"/>
                    <a:pt x="2631" y="926"/>
                    <a:pt x="3933" y="628"/>
                  </a:cubicBezTo>
                  <a:cubicBezTo>
                    <a:pt x="4340" y="519"/>
                    <a:pt x="4747" y="438"/>
                    <a:pt x="5181" y="384"/>
                  </a:cubicBezTo>
                  <a:cubicBezTo>
                    <a:pt x="5260" y="381"/>
                    <a:pt x="5339" y="379"/>
                    <a:pt x="5417" y="379"/>
                  </a:cubicBezTo>
                  <a:cubicBezTo>
                    <a:pt x="5983" y="379"/>
                    <a:pt x="6528" y="468"/>
                    <a:pt x="7053" y="682"/>
                  </a:cubicBezTo>
                  <a:cubicBezTo>
                    <a:pt x="6836" y="547"/>
                    <a:pt x="6592" y="411"/>
                    <a:pt x="6375" y="357"/>
                  </a:cubicBezTo>
                  <a:cubicBezTo>
                    <a:pt x="5690" y="112"/>
                    <a:pt x="4984" y="0"/>
                    <a:pt x="4276" y="0"/>
                  </a:cubicBezTo>
                  <a:close/>
                </a:path>
              </a:pathLst>
            </a:custGeom>
            <a:solidFill>
              <a:srgbClr val="877D7C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6992280" y="2783880"/>
              <a:ext cx="260640" cy="350640"/>
            </a:xfrm>
            <a:custGeom>
              <a:rect b="b" l="l" r="r" t="t"/>
              <a:pathLst>
                <a:path extrusionOk="0" h="14044" w="10444">
                  <a:moveTo>
                    <a:pt x="2774" y="0"/>
                  </a:moveTo>
                  <a:cubicBezTo>
                    <a:pt x="2299" y="0"/>
                    <a:pt x="1826" y="245"/>
                    <a:pt x="1655" y="672"/>
                  </a:cubicBezTo>
                  <a:cubicBezTo>
                    <a:pt x="1" y="4985"/>
                    <a:pt x="82" y="9786"/>
                    <a:pt x="1872" y="14044"/>
                  </a:cubicBezTo>
                  <a:lnTo>
                    <a:pt x="10444" y="10220"/>
                  </a:lnTo>
                  <a:cubicBezTo>
                    <a:pt x="8898" y="7127"/>
                    <a:pt x="6673" y="2896"/>
                    <a:pt x="3554" y="265"/>
                  </a:cubicBezTo>
                  <a:cubicBezTo>
                    <a:pt x="3333" y="85"/>
                    <a:pt x="3053" y="0"/>
                    <a:pt x="2774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7021440" y="2847960"/>
              <a:ext cx="171720" cy="286560"/>
            </a:xfrm>
            <a:custGeom>
              <a:rect b="b" l="l" r="r" t="t"/>
              <a:pathLst>
                <a:path extrusionOk="0" h="11481" w="6890">
                  <a:moveTo>
                    <a:pt x="1470" y="1"/>
                  </a:moveTo>
                  <a:cubicBezTo>
                    <a:pt x="1450" y="1"/>
                    <a:pt x="1430" y="3"/>
                    <a:pt x="1411" y="8"/>
                  </a:cubicBezTo>
                  <a:cubicBezTo>
                    <a:pt x="1302" y="62"/>
                    <a:pt x="1248" y="143"/>
                    <a:pt x="1221" y="252"/>
                  </a:cubicBezTo>
                  <a:cubicBezTo>
                    <a:pt x="0" y="3073"/>
                    <a:pt x="1899" y="6436"/>
                    <a:pt x="950" y="9365"/>
                  </a:cubicBezTo>
                  <a:cubicBezTo>
                    <a:pt x="814" y="9826"/>
                    <a:pt x="597" y="10288"/>
                    <a:pt x="407" y="10722"/>
                  </a:cubicBezTo>
                  <a:cubicBezTo>
                    <a:pt x="516" y="10966"/>
                    <a:pt x="597" y="11237"/>
                    <a:pt x="705" y="11481"/>
                  </a:cubicBezTo>
                  <a:lnTo>
                    <a:pt x="3336" y="10315"/>
                  </a:lnTo>
                  <a:cubicBezTo>
                    <a:pt x="4367" y="9040"/>
                    <a:pt x="5452" y="7874"/>
                    <a:pt x="6890" y="7168"/>
                  </a:cubicBezTo>
                  <a:lnTo>
                    <a:pt x="6618" y="7060"/>
                  </a:lnTo>
                  <a:cubicBezTo>
                    <a:pt x="5615" y="5297"/>
                    <a:pt x="4530" y="3561"/>
                    <a:pt x="3364" y="1906"/>
                  </a:cubicBezTo>
                  <a:cubicBezTo>
                    <a:pt x="2957" y="1201"/>
                    <a:pt x="2414" y="577"/>
                    <a:pt x="1736" y="116"/>
                  </a:cubicBezTo>
                  <a:cubicBezTo>
                    <a:pt x="1669" y="49"/>
                    <a:pt x="1565" y="1"/>
                    <a:pt x="1470" y="1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100000">
                  <a:srgbClr val="FFE8ED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7462800" y="2791080"/>
              <a:ext cx="281880" cy="394200"/>
            </a:xfrm>
            <a:custGeom>
              <a:rect b="b" l="l" r="r" t="t"/>
              <a:pathLst>
                <a:path extrusionOk="0" h="15789" w="11285">
                  <a:moveTo>
                    <a:pt x="9157" y="0"/>
                  </a:moveTo>
                  <a:cubicBezTo>
                    <a:pt x="8884" y="0"/>
                    <a:pt x="8611" y="77"/>
                    <a:pt x="8382" y="246"/>
                  </a:cubicBezTo>
                  <a:cubicBezTo>
                    <a:pt x="4910" y="2715"/>
                    <a:pt x="2035" y="7000"/>
                    <a:pt x="1" y="10147"/>
                  </a:cubicBezTo>
                  <a:lnTo>
                    <a:pt x="7867" y="15788"/>
                  </a:lnTo>
                  <a:cubicBezTo>
                    <a:pt x="10362" y="11286"/>
                    <a:pt x="11284" y="6051"/>
                    <a:pt x="10444" y="952"/>
                  </a:cubicBezTo>
                  <a:cubicBezTo>
                    <a:pt x="10350" y="373"/>
                    <a:pt x="9756" y="0"/>
                    <a:pt x="9157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7546320" y="2835000"/>
              <a:ext cx="151560" cy="316440"/>
            </a:xfrm>
            <a:custGeom>
              <a:rect b="b" l="l" r="r" t="t"/>
              <a:pathLst>
                <a:path extrusionOk="0" h="12668" w="6076">
                  <a:moveTo>
                    <a:pt x="5479" y="0"/>
                  </a:moveTo>
                  <a:cubicBezTo>
                    <a:pt x="5343" y="27"/>
                    <a:pt x="5208" y="82"/>
                    <a:pt x="5127" y="190"/>
                  </a:cubicBezTo>
                  <a:cubicBezTo>
                    <a:pt x="3282" y="2007"/>
                    <a:pt x="1655" y="4042"/>
                    <a:pt x="271" y="6266"/>
                  </a:cubicBezTo>
                  <a:cubicBezTo>
                    <a:pt x="163" y="6429"/>
                    <a:pt x="54" y="6646"/>
                    <a:pt x="27" y="6863"/>
                  </a:cubicBezTo>
                  <a:cubicBezTo>
                    <a:pt x="0" y="7242"/>
                    <a:pt x="298" y="7595"/>
                    <a:pt x="570" y="7866"/>
                  </a:cubicBezTo>
                  <a:lnTo>
                    <a:pt x="5208" y="12667"/>
                  </a:lnTo>
                  <a:cubicBezTo>
                    <a:pt x="5506" y="11989"/>
                    <a:pt x="5805" y="11338"/>
                    <a:pt x="6049" y="10633"/>
                  </a:cubicBezTo>
                  <a:cubicBezTo>
                    <a:pt x="5289" y="9141"/>
                    <a:pt x="5289" y="7351"/>
                    <a:pt x="5506" y="5669"/>
                  </a:cubicBezTo>
                  <a:cubicBezTo>
                    <a:pt x="5723" y="3960"/>
                    <a:pt x="6076" y="2252"/>
                    <a:pt x="5859" y="543"/>
                  </a:cubicBezTo>
                  <a:cubicBezTo>
                    <a:pt x="5805" y="299"/>
                    <a:pt x="5696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21000">
                  <a:srgbClr val="DA1745"/>
                </a:gs>
                <a:gs pos="76000">
                  <a:srgbClr val="FFE8ED"/>
                </a:gs>
                <a:gs pos="100000">
                  <a:srgbClr val="FFE8ED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6993720" y="2977560"/>
              <a:ext cx="733320" cy="654120"/>
            </a:xfrm>
            <a:custGeom>
              <a:rect b="b" l="l" r="r" t="t"/>
              <a:pathLst>
                <a:path extrusionOk="0" h="26173" w="29349">
                  <a:moveTo>
                    <a:pt x="13527" y="0"/>
                  </a:moveTo>
                  <a:cubicBezTo>
                    <a:pt x="9807" y="0"/>
                    <a:pt x="6109" y="630"/>
                    <a:pt x="3716" y="3307"/>
                  </a:cubicBezTo>
                  <a:cubicBezTo>
                    <a:pt x="2170" y="5043"/>
                    <a:pt x="1465" y="7376"/>
                    <a:pt x="977" y="9654"/>
                  </a:cubicBezTo>
                  <a:cubicBezTo>
                    <a:pt x="27" y="14157"/>
                    <a:pt x="0" y="19419"/>
                    <a:pt x="3228" y="22674"/>
                  </a:cubicBezTo>
                  <a:cubicBezTo>
                    <a:pt x="6537" y="26010"/>
                    <a:pt x="10524" y="26173"/>
                    <a:pt x="15217" y="26173"/>
                  </a:cubicBezTo>
                  <a:cubicBezTo>
                    <a:pt x="19638" y="26173"/>
                    <a:pt x="25144" y="25956"/>
                    <a:pt x="27585" y="21318"/>
                  </a:cubicBezTo>
                  <a:cubicBezTo>
                    <a:pt x="29348" y="17954"/>
                    <a:pt x="29348" y="13343"/>
                    <a:pt x="28562" y="9627"/>
                  </a:cubicBezTo>
                  <a:cubicBezTo>
                    <a:pt x="27775" y="5911"/>
                    <a:pt x="25497" y="2277"/>
                    <a:pt x="21916" y="948"/>
                  </a:cubicBezTo>
                  <a:cubicBezTo>
                    <a:pt x="20424" y="405"/>
                    <a:pt x="18824" y="270"/>
                    <a:pt x="17251" y="161"/>
                  </a:cubicBezTo>
                  <a:cubicBezTo>
                    <a:pt x="16040" y="72"/>
                    <a:pt x="14782" y="0"/>
                    <a:pt x="13527" y="0"/>
                  </a:cubicBezTo>
                  <a:close/>
                </a:path>
              </a:pathLst>
            </a:custGeom>
            <a:solidFill>
              <a:srgbClr val="948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7148160" y="3075480"/>
              <a:ext cx="430200" cy="491760"/>
            </a:xfrm>
            <a:custGeom>
              <a:rect b="b" l="l" r="r" t="t"/>
              <a:pathLst>
                <a:path extrusionOk="0" h="19684" w="17225">
                  <a:moveTo>
                    <a:pt x="8905" y="1"/>
                  </a:moveTo>
                  <a:cubicBezTo>
                    <a:pt x="8774" y="1"/>
                    <a:pt x="8636" y="24"/>
                    <a:pt x="8490" y="73"/>
                  </a:cubicBezTo>
                  <a:cubicBezTo>
                    <a:pt x="8165" y="209"/>
                    <a:pt x="7893" y="426"/>
                    <a:pt x="7704" y="752"/>
                  </a:cubicBezTo>
                  <a:cubicBezTo>
                    <a:pt x="6456" y="2759"/>
                    <a:pt x="6374" y="4657"/>
                    <a:pt x="5127" y="6258"/>
                  </a:cubicBezTo>
                  <a:cubicBezTo>
                    <a:pt x="3147" y="8834"/>
                    <a:pt x="0" y="10489"/>
                    <a:pt x="651" y="14259"/>
                  </a:cubicBezTo>
                  <a:cubicBezTo>
                    <a:pt x="787" y="15100"/>
                    <a:pt x="1140" y="15914"/>
                    <a:pt x="1655" y="16619"/>
                  </a:cubicBezTo>
                  <a:cubicBezTo>
                    <a:pt x="3445" y="19033"/>
                    <a:pt x="6890" y="19657"/>
                    <a:pt x="9250" y="19684"/>
                  </a:cubicBezTo>
                  <a:cubicBezTo>
                    <a:pt x="11799" y="19684"/>
                    <a:pt x="14647" y="18680"/>
                    <a:pt x="15814" y="16917"/>
                  </a:cubicBezTo>
                  <a:cubicBezTo>
                    <a:pt x="16953" y="15181"/>
                    <a:pt x="17224" y="13717"/>
                    <a:pt x="16546" y="11493"/>
                  </a:cubicBezTo>
                  <a:cubicBezTo>
                    <a:pt x="15922" y="9513"/>
                    <a:pt x="14403" y="8102"/>
                    <a:pt x="12993" y="6556"/>
                  </a:cubicBezTo>
                  <a:cubicBezTo>
                    <a:pt x="11935" y="5363"/>
                    <a:pt x="11609" y="4278"/>
                    <a:pt x="10877" y="2379"/>
                  </a:cubicBezTo>
                  <a:cubicBezTo>
                    <a:pt x="10469" y="1371"/>
                    <a:pt x="9912" y="1"/>
                    <a:pt x="89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7260840" y="3301560"/>
              <a:ext cx="111240" cy="140040"/>
            </a:xfrm>
            <a:custGeom>
              <a:rect b="b" l="l" r="r" t="t"/>
              <a:pathLst>
                <a:path extrusionOk="0" h="5617" w="4470">
                  <a:moveTo>
                    <a:pt x="4252" y="0"/>
                  </a:moveTo>
                  <a:cubicBezTo>
                    <a:pt x="4171" y="0"/>
                    <a:pt x="4090" y="55"/>
                    <a:pt x="4090" y="163"/>
                  </a:cubicBezTo>
                  <a:cubicBezTo>
                    <a:pt x="4117" y="923"/>
                    <a:pt x="4117" y="1682"/>
                    <a:pt x="4063" y="2442"/>
                  </a:cubicBezTo>
                  <a:cubicBezTo>
                    <a:pt x="4063" y="3120"/>
                    <a:pt x="3927" y="3771"/>
                    <a:pt x="3656" y="4395"/>
                  </a:cubicBezTo>
                  <a:cubicBezTo>
                    <a:pt x="3384" y="4937"/>
                    <a:pt x="2815" y="5262"/>
                    <a:pt x="2191" y="5290"/>
                  </a:cubicBezTo>
                  <a:cubicBezTo>
                    <a:pt x="1513" y="5262"/>
                    <a:pt x="889" y="5018"/>
                    <a:pt x="374" y="4557"/>
                  </a:cubicBezTo>
                  <a:cubicBezTo>
                    <a:pt x="340" y="4529"/>
                    <a:pt x="303" y="4518"/>
                    <a:pt x="267" y="4518"/>
                  </a:cubicBezTo>
                  <a:cubicBezTo>
                    <a:pt x="128" y="4518"/>
                    <a:pt x="0" y="4694"/>
                    <a:pt x="130" y="4801"/>
                  </a:cubicBezTo>
                  <a:cubicBezTo>
                    <a:pt x="672" y="5290"/>
                    <a:pt x="1350" y="5561"/>
                    <a:pt x="2082" y="5615"/>
                  </a:cubicBezTo>
                  <a:cubicBezTo>
                    <a:pt x="2110" y="5616"/>
                    <a:pt x="2137" y="5617"/>
                    <a:pt x="2164" y="5617"/>
                  </a:cubicBezTo>
                  <a:cubicBezTo>
                    <a:pt x="2785" y="5617"/>
                    <a:pt x="3376" y="5322"/>
                    <a:pt x="3791" y="4828"/>
                  </a:cubicBezTo>
                  <a:cubicBezTo>
                    <a:pt x="4225" y="4259"/>
                    <a:pt x="4307" y="3472"/>
                    <a:pt x="4361" y="2794"/>
                  </a:cubicBezTo>
                  <a:cubicBezTo>
                    <a:pt x="4442" y="1899"/>
                    <a:pt x="4469" y="1031"/>
                    <a:pt x="4415" y="163"/>
                  </a:cubicBezTo>
                  <a:cubicBezTo>
                    <a:pt x="4415" y="55"/>
                    <a:pt x="4334" y="0"/>
                    <a:pt x="4252" y="0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7365240" y="3301560"/>
              <a:ext cx="105120" cy="140040"/>
            </a:xfrm>
            <a:custGeom>
              <a:rect b="b" l="l" r="r" t="t"/>
              <a:pathLst>
                <a:path extrusionOk="0" h="5616" w="4225">
                  <a:moveTo>
                    <a:pt x="217" y="0"/>
                  </a:moveTo>
                  <a:cubicBezTo>
                    <a:pt x="136" y="0"/>
                    <a:pt x="54" y="55"/>
                    <a:pt x="54" y="163"/>
                  </a:cubicBezTo>
                  <a:cubicBezTo>
                    <a:pt x="0" y="1004"/>
                    <a:pt x="27" y="1845"/>
                    <a:pt x="81" y="2686"/>
                  </a:cubicBezTo>
                  <a:cubicBezTo>
                    <a:pt x="136" y="3418"/>
                    <a:pt x="217" y="4205"/>
                    <a:pt x="624" y="4801"/>
                  </a:cubicBezTo>
                  <a:cubicBezTo>
                    <a:pt x="1004" y="5317"/>
                    <a:pt x="1600" y="5615"/>
                    <a:pt x="2224" y="5615"/>
                  </a:cubicBezTo>
                  <a:cubicBezTo>
                    <a:pt x="2929" y="5588"/>
                    <a:pt x="3580" y="5290"/>
                    <a:pt x="4096" y="4801"/>
                  </a:cubicBezTo>
                  <a:cubicBezTo>
                    <a:pt x="4225" y="4694"/>
                    <a:pt x="4098" y="4518"/>
                    <a:pt x="3958" y="4518"/>
                  </a:cubicBezTo>
                  <a:cubicBezTo>
                    <a:pt x="3922" y="4518"/>
                    <a:pt x="3885" y="4529"/>
                    <a:pt x="3852" y="4557"/>
                  </a:cubicBezTo>
                  <a:lnTo>
                    <a:pt x="3824" y="4557"/>
                  </a:lnTo>
                  <a:cubicBezTo>
                    <a:pt x="3363" y="5018"/>
                    <a:pt x="2740" y="5262"/>
                    <a:pt x="2116" y="5290"/>
                  </a:cubicBezTo>
                  <a:cubicBezTo>
                    <a:pt x="1492" y="5262"/>
                    <a:pt x="976" y="4883"/>
                    <a:pt x="732" y="4340"/>
                  </a:cubicBezTo>
                  <a:cubicBezTo>
                    <a:pt x="488" y="3716"/>
                    <a:pt x="380" y="3038"/>
                    <a:pt x="380" y="2360"/>
                  </a:cubicBezTo>
                  <a:cubicBezTo>
                    <a:pt x="353" y="1628"/>
                    <a:pt x="353" y="896"/>
                    <a:pt x="380" y="163"/>
                  </a:cubicBezTo>
                  <a:cubicBezTo>
                    <a:pt x="380" y="55"/>
                    <a:pt x="298" y="0"/>
                    <a:pt x="217" y="0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7310160" y="3281400"/>
              <a:ext cx="116280" cy="72720"/>
            </a:xfrm>
            <a:custGeom>
              <a:rect b="b" l="l" r="r" t="t"/>
              <a:pathLst>
                <a:path extrusionOk="0" h="2927" w="4667">
                  <a:moveTo>
                    <a:pt x="516" y="1"/>
                  </a:moveTo>
                  <a:cubicBezTo>
                    <a:pt x="191" y="1"/>
                    <a:pt x="1" y="353"/>
                    <a:pt x="191" y="597"/>
                  </a:cubicBezTo>
                  <a:cubicBezTo>
                    <a:pt x="788" y="1330"/>
                    <a:pt x="1140" y="1927"/>
                    <a:pt x="1764" y="2632"/>
                  </a:cubicBezTo>
                  <a:cubicBezTo>
                    <a:pt x="1873" y="2767"/>
                    <a:pt x="2008" y="2876"/>
                    <a:pt x="2171" y="2903"/>
                  </a:cubicBezTo>
                  <a:cubicBezTo>
                    <a:pt x="2231" y="2919"/>
                    <a:pt x="2290" y="2927"/>
                    <a:pt x="2349" y="2927"/>
                  </a:cubicBezTo>
                  <a:cubicBezTo>
                    <a:pt x="2583" y="2927"/>
                    <a:pt x="2800" y="2805"/>
                    <a:pt x="2930" y="2632"/>
                  </a:cubicBezTo>
                  <a:cubicBezTo>
                    <a:pt x="3554" y="2008"/>
                    <a:pt x="4097" y="1303"/>
                    <a:pt x="4558" y="543"/>
                  </a:cubicBezTo>
                  <a:cubicBezTo>
                    <a:pt x="4666" y="299"/>
                    <a:pt x="4476" y="1"/>
                    <a:pt x="4097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36350" lIns="91425" spcFirstLastPara="1" rIns="91425" wrap="square" tIns="36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7521120" y="3132000"/>
              <a:ext cx="46440" cy="80280"/>
            </a:xfrm>
            <a:custGeom>
              <a:rect b="b" l="l" r="r" t="t"/>
              <a:pathLst>
                <a:path extrusionOk="0" h="3229" w="1873">
                  <a:moveTo>
                    <a:pt x="923" y="1"/>
                  </a:moveTo>
                  <a:cubicBezTo>
                    <a:pt x="407" y="1"/>
                    <a:pt x="1" y="733"/>
                    <a:pt x="1" y="1628"/>
                  </a:cubicBezTo>
                  <a:cubicBezTo>
                    <a:pt x="1" y="2496"/>
                    <a:pt x="407" y="3228"/>
                    <a:pt x="923" y="3228"/>
                  </a:cubicBezTo>
                  <a:cubicBezTo>
                    <a:pt x="1465" y="3228"/>
                    <a:pt x="1872" y="2496"/>
                    <a:pt x="1872" y="1628"/>
                  </a:cubicBezTo>
                  <a:cubicBezTo>
                    <a:pt x="1872" y="706"/>
                    <a:pt x="1465" y="1"/>
                    <a:pt x="923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7160400" y="3132000"/>
              <a:ext cx="48600" cy="80280"/>
            </a:xfrm>
            <a:custGeom>
              <a:rect b="b" l="l" r="r" t="t"/>
              <a:pathLst>
                <a:path extrusionOk="0" h="3229" w="1954">
                  <a:moveTo>
                    <a:pt x="977" y="1"/>
                  </a:moveTo>
                  <a:cubicBezTo>
                    <a:pt x="435" y="1"/>
                    <a:pt x="1" y="706"/>
                    <a:pt x="1" y="1601"/>
                  </a:cubicBezTo>
                  <a:cubicBezTo>
                    <a:pt x="1" y="2496"/>
                    <a:pt x="435" y="3228"/>
                    <a:pt x="977" y="3228"/>
                  </a:cubicBezTo>
                  <a:cubicBezTo>
                    <a:pt x="1492" y="3228"/>
                    <a:pt x="1954" y="2496"/>
                    <a:pt x="1954" y="1601"/>
                  </a:cubicBezTo>
                  <a:cubicBezTo>
                    <a:pt x="1954" y="706"/>
                    <a:pt x="1492" y="1"/>
                    <a:pt x="977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7609320" y="3236400"/>
              <a:ext cx="234000" cy="97200"/>
            </a:xfrm>
            <a:custGeom>
              <a:rect b="b" l="l" r="r" t="t"/>
              <a:pathLst>
                <a:path extrusionOk="0" h="3899" w="9372">
                  <a:moveTo>
                    <a:pt x="9132" y="1"/>
                  </a:moveTo>
                  <a:cubicBezTo>
                    <a:pt x="9119" y="1"/>
                    <a:pt x="9105" y="2"/>
                    <a:pt x="9090" y="7"/>
                  </a:cubicBezTo>
                  <a:lnTo>
                    <a:pt x="193" y="3560"/>
                  </a:lnTo>
                  <a:cubicBezTo>
                    <a:pt x="0" y="3632"/>
                    <a:pt x="44" y="3898"/>
                    <a:pt x="209" y="3898"/>
                  </a:cubicBezTo>
                  <a:cubicBezTo>
                    <a:pt x="229" y="3898"/>
                    <a:pt x="251" y="3894"/>
                    <a:pt x="275" y="3885"/>
                  </a:cubicBezTo>
                  <a:lnTo>
                    <a:pt x="9171" y="359"/>
                  </a:lnTo>
                  <a:cubicBezTo>
                    <a:pt x="9372" y="284"/>
                    <a:pt x="9295" y="1"/>
                    <a:pt x="9132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8600" lIns="91425" spcFirstLastPara="1" rIns="91425" wrap="square" tIns="4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7627680" y="3375720"/>
              <a:ext cx="212040" cy="8640"/>
            </a:xfrm>
            <a:custGeom>
              <a:rect b="b" l="l" r="r" t="t"/>
              <a:pathLst>
                <a:path extrusionOk="0" h="354" w="8491">
                  <a:moveTo>
                    <a:pt x="8274" y="1"/>
                  </a:moveTo>
                  <a:cubicBezTo>
                    <a:pt x="5588" y="1"/>
                    <a:pt x="2903" y="1"/>
                    <a:pt x="218" y="28"/>
                  </a:cubicBezTo>
                  <a:cubicBezTo>
                    <a:pt x="1" y="28"/>
                    <a:pt x="1" y="354"/>
                    <a:pt x="218" y="354"/>
                  </a:cubicBezTo>
                  <a:cubicBezTo>
                    <a:pt x="2903" y="354"/>
                    <a:pt x="5588" y="354"/>
                    <a:pt x="8274" y="326"/>
                  </a:cubicBezTo>
                  <a:cubicBezTo>
                    <a:pt x="8491" y="326"/>
                    <a:pt x="8491" y="1"/>
                    <a:pt x="8274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6888240" y="3237120"/>
              <a:ext cx="233640" cy="96480"/>
            </a:xfrm>
            <a:custGeom>
              <a:rect b="b" l="l" r="r" t="t"/>
              <a:pathLst>
                <a:path extrusionOk="0" h="3879" w="9365">
                  <a:moveTo>
                    <a:pt x="209" y="1"/>
                  </a:moveTo>
                  <a:cubicBezTo>
                    <a:pt x="44" y="1"/>
                    <a:pt x="1" y="267"/>
                    <a:pt x="194" y="339"/>
                  </a:cubicBezTo>
                  <a:lnTo>
                    <a:pt x="9090" y="3865"/>
                  </a:lnTo>
                  <a:cubicBezTo>
                    <a:pt x="9111" y="3874"/>
                    <a:pt x="9131" y="3878"/>
                    <a:pt x="9150" y="3878"/>
                  </a:cubicBezTo>
                  <a:cubicBezTo>
                    <a:pt x="9300" y="3878"/>
                    <a:pt x="9365" y="3612"/>
                    <a:pt x="9172" y="3540"/>
                  </a:cubicBezTo>
                  <a:lnTo>
                    <a:pt x="275" y="14"/>
                  </a:lnTo>
                  <a:cubicBezTo>
                    <a:pt x="251" y="5"/>
                    <a:pt x="229" y="1"/>
                    <a:pt x="209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8225" lIns="91425" spcFirstLastPara="1" rIns="91425" wrap="square" tIns="48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6" name="Google Shape;656;p30"/>
            <p:cNvSpPr/>
            <p:nvPr/>
          </p:nvSpPr>
          <p:spPr>
            <a:xfrm>
              <a:off x="6891120" y="3375720"/>
              <a:ext cx="212760" cy="8640"/>
            </a:xfrm>
            <a:custGeom>
              <a:rect b="b" l="l" r="r" t="t"/>
              <a:pathLst>
                <a:path extrusionOk="0" h="354" w="8518">
                  <a:moveTo>
                    <a:pt x="245" y="1"/>
                  </a:moveTo>
                  <a:cubicBezTo>
                    <a:pt x="0" y="1"/>
                    <a:pt x="0" y="326"/>
                    <a:pt x="245" y="326"/>
                  </a:cubicBezTo>
                  <a:cubicBezTo>
                    <a:pt x="2930" y="326"/>
                    <a:pt x="5615" y="326"/>
                    <a:pt x="8273" y="354"/>
                  </a:cubicBezTo>
                  <a:cubicBezTo>
                    <a:pt x="8517" y="354"/>
                    <a:pt x="8517" y="28"/>
                    <a:pt x="8273" y="28"/>
                  </a:cubicBezTo>
                  <a:cubicBezTo>
                    <a:pt x="5615" y="28"/>
                    <a:pt x="2930" y="28"/>
                    <a:pt x="245" y="1"/>
                  </a:cubicBezTo>
                  <a:close/>
                </a:path>
              </a:pathLst>
            </a:custGeom>
            <a:solidFill>
              <a:srgbClr val="302D28"/>
            </a:solidFill>
            <a:ln>
              <a:noFill/>
            </a:ln>
          </p:spPr>
          <p:txBody>
            <a:bodyPr anchorCtr="0" anchor="ctr" bIns="4300" lIns="91425" spcFirstLastPara="1" rIns="91425" wrap="square" tIns="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57" name="Google Shape;657;p30"/>
          <p:cNvGrpSpPr/>
          <p:nvPr/>
        </p:nvGrpSpPr>
        <p:grpSpPr>
          <a:xfrm>
            <a:off x="7752914" y="2551324"/>
            <a:ext cx="314409" cy="256962"/>
            <a:chOff x="7752914" y="2551324"/>
            <a:chExt cx="314409" cy="256962"/>
          </a:xfrm>
        </p:grpSpPr>
        <p:sp>
          <p:nvSpPr>
            <p:cNvPr id="658" name="Google Shape;658;p30"/>
            <p:cNvSpPr/>
            <p:nvPr/>
          </p:nvSpPr>
          <p:spPr>
            <a:xfrm rot="5874000">
              <a:off x="7895880" y="2632320"/>
              <a:ext cx="132480" cy="1940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9" name="Google Shape;659;p30"/>
            <p:cNvSpPr/>
            <p:nvPr/>
          </p:nvSpPr>
          <p:spPr>
            <a:xfrm rot="3913800">
              <a:off x="7785360" y="2566080"/>
              <a:ext cx="132480" cy="1562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60" name="Google Shape;660;p30"/>
          <p:cNvGrpSpPr/>
          <p:nvPr/>
        </p:nvGrpSpPr>
        <p:grpSpPr>
          <a:xfrm>
            <a:off x="6588430" y="2659073"/>
            <a:ext cx="244219" cy="315854"/>
            <a:chOff x="6588430" y="2659073"/>
            <a:chExt cx="244219" cy="315854"/>
          </a:xfrm>
        </p:grpSpPr>
        <p:grpSp>
          <p:nvGrpSpPr>
            <p:cNvPr id="661" name="Google Shape;661;p30"/>
            <p:cNvGrpSpPr/>
            <p:nvPr/>
          </p:nvGrpSpPr>
          <p:grpSpPr>
            <a:xfrm>
              <a:off x="6588430" y="2705319"/>
              <a:ext cx="193121" cy="269608"/>
              <a:chOff x="6588430" y="2705319"/>
              <a:chExt cx="193121" cy="269608"/>
            </a:xfrm>
          </p:grpSpPr>
          <p:sp>
            <p:nvSpPr>
              <p:cNvPr id="662" name="Google Shape;662;p30"/>
              <p:cNvSpPr/>
              <p:nvPr/>
            </p:nvSpPr>
            <p:spPr>
              <a:xfrm rot="-2614800">
                <a:off x="6627600" y="2720520"/>
                <a:ext cx="106560" cy="156240"/>
              </a:xfrm>
              <a:custGeom>
                <a:rect b="b" l="l" r="r" t="t"/>
                <a:pathLst>
                  <a:path extrusionOk="0" h="12766" w="11082">
                    <a:moveTo>
                      <a:pt x="11082" y="12766"/>
                    </a:moveTo>
                    <a:lnTo>
                      <a:pt x="3016" y="0"/>
                    </a:lnTo>
                    <a:lnTo>
                      <a:pt x="0" y="491"/>
                    </a:lnTo>
                    <a:lnTo>
                      <a:pt x="10310" y="127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3" name="Google Shape;663;p30"/>
              <p:cNvSpPr/>
              <p:nvPr/>
            </p:nvSpPr>
            <p:spPr>
              <a:xfrm rot="-4576200">
                <a:off x="6654600" y="2845440"/>
                <a:ext cx="106560" cy="125640"/>
              </a:xfrm>
              <a:custGeom>
                <a:rect b="b" l="l" r="r" t="t"/>
                <a:pathLst>
                  <a:path extrusionOk="0" h="12766" w="11082">
                    <a:moveTo>
                      <a:pt x="11082" y="12766"/>
                    </a:moveTo>
                    <a:lnTo>
                      <a:pt x="3016" y="0"/>
                    </a:lnTo>
                    <a:lnTo>
                      <a:pt x="0" y="491"/>
                    </a:lnTo>
                    <a:lnTo>
                      <a:pt x="10310" y="127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664" name="Google Shape;664;p30"/>
            <p:cNvSpPr/>
            <p:nvPr/>
          </p:nvSpPr>
          <p:spPr>
            <a:xfrm rot="-474000">
              <a:off x="6717960" y="2665800"/>
              <a:ext cx="106560" cy="1256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65" name="Google Shape;665;p30"/>
          <p:cNvGrpSpPr/>
          <p:nvPr/>
        </p:nvGrpSpPr>
        <p:grpSpPr>
          <a:xfrm>
            <a:off x="5743800" y="3205080"/>
            <a:ext cx="933480" cy="1476720"/>
            <a:chOff x="5743800" y="3205080"/>
            <a:chExt cx="933480" cy="1476720"/>
          </a:xfrm>
        </p:grpSpPr>
        <p:sp>
          <p:nvSpPr>
            <p:cNvPr id="666" name="Google Shape;666;p30"/>
            <p:cNvSpPr/>
            <p:nvPr/>
          </p:nvSpPr>
          <p:spPr>
            <a:xfrm>
              <a:off x="5964120" y="3746520"/>
              <a:ext cx="697320" cy="935280"/>
            </a:xfrm>
            <a:custGeom>
              <a:rect b="b" l="l" r="r" t="t"/>
              <a:pathLst>
                <a:path extrusionOk="0" h="19519" w="14552">
                  <a:moveTo>
                    <a:pt x="9673" y="1"/>
                  </a:moveTo>
                  <a:cubicBezTo>
                    <a:pt x="9673" y="1"/>
                    <a:pt x="4794" y="1029"/>
                    <a:pt x="4594" y="2142"/>
                  </a:cubicBezTo>
                  <a:cubicBezTo>
                    <a:pt x="4594" y="2142"/>
                    <a:pt x="3225" y="3312"/>
                    <a:pt x="3054" y="5823"/>
                  </a:cubicBezTo>
                  <a:cubicBezTo>
                    <a:pt x="2881" y="8334"/>
                    <a:pt x="3481" y="10901"/>
                    <a:pt x="3481" y="10901"/>
                  </a:cubicBezTo>
                  <a:cubicBezTo>
                    <a:pt x="3481" y="10901"/>
                    <a:pt x="2237" y="9571"/>
                    <a:pt x="1349" y="9571"/>
                  </a:cubicBezTo>
                  <a:cubicBezTo>
                    <a:pt x="1213" y="9571"/>
                    <a:pt x="1085" y="9603"/>
                    <a:pt x="971" y="9675"/>
                  </a:cubicBezTo>
                  <a:cubicBezTo>
                    <a:pt x="115" y="10217"/>
                    <a:pt x="3025" y="16980"/>
                    <a:pt x="3025" y="16980"/>
                  </a:cubicBezTo>
                  <a:cubicBezTo>
                    <a:pt x="3025" y="16980"/>
                    <a:pt x="0" y="18092"/>
                    <a:pt x="542" y="18691"/>
                  </a:cubicBezTo>
                  <a:cubicBezTo>
                    <a:pt x="660" y="18821"/>
                    <a:pt x="919" y="18872"/>
                    <a:pt x="1253" y="18872"/>
                  </a:cubicBezTo>
                  <a:cubicBezTo>
                    <a:pt x="2462" y="18872"/>
                    <a:pt x="4652" y="18207"/>
                    <a:pt x="4652" y="18207"/>
                  </a:cubicBezTo>
                  <a:cubicBezTo>
                    <a:pt x="4652" y="18207"/>
                    <a:pt x="4877" y="19518"/>
                    <a:pt x="5498" y="19518"/>
                  </a:cubicBezTo>
                  <a:cubicBezTo>
                    <a:pt x="5501" y="19518"/>
                    <a:pt x="5504" y="19518"/>
                    <a:pt x="5507" y="19518"/>
                  </a:cubicBezTo>
                  <a:cubicBezTo>
                    <a:pt x="5850" y="19511"/>
                    <a:pt x="5960" y="19454"/>
                    <a:pt x="6075" y="19169"/>
                  </a:cubicBezTo>
                  <a:cubicBezTo>
                    <a:pt x="6189" y="18884"/>
                    <a:pt x="5850" y="17578"/>
                    <a:pt x="5850" y="17578"/>
                  </a:cubicBezTo>
                  <a:cubicBezTo>
                    <a:pt x="5850" y="17578"/>
                    <a:pt x="6605" y="16988"/>
                    <a:pt x="7514" y="16988"/>
                  </a:cubicBezTo>
                  <a:cubicBezTo>
                    <a:pt x="7605" y="16988"/>
                    <a:pt x="7697" y="16994"/>
                    <a:pt x="7790" y="17007"/>
                  </a:cubicBezTo>
                  <a:cubicBezTo>
                    <a:pt x="8818" y="17150"/>
                    <a:pt x="9332" y="17493"/>
                    <a:pt x="9332" y="17493"/>
                  </a:cubicBezTo>
                  <a:cubicBezTo>
                    <a:pt x="9332" y="17493"/>
                    <a:pt x="9046" y="19234"/>
                    <a:pt x="9617" y="19376"/>
                  </a:cubicBezTo>
                  <a:cubicBezTo>
                    <a:pt x="9710" y="19399"/>
                    <a:pt x="9794" y="19410"/>
                    <a:pt x="9870" y="19410"/>
                  </a:cubicBezTo>
                  <a:cubicBezTo>
                    <a:pt x="10258" y="19410"/>
                    <a:pt x="10425" y="19139"/>
                    <a:pt x="10472" y="18947"/>
                  </a:cubicBezTo>
                  <a:cubicBezTo>
                    <a:pt x="10530" y="18720"/>
                    <a:pt x="10559" y="18576"/>
                    <a:pt x="10559" y="18576"/>
                  </a:cubicBezTo>
                  <a:cubicBezTo>
                    <a:pt x="10559" y="18576"/>
                    <a:pt x="12711" y="19451"/>
                    <a:pt x="13637" y="19451"/>
                  </a:cubicBezTo>
                  <a:cubicBezTo>
                    <a:pt x="13755" y="19451"/>
                    <a:pt x="13853" y="19437"/>
                    <a:pt x="13924" y="19405"/>
                  </a:cubicBezTo>
                  <a:cubicBezTo>
                    <a:pt x="14552" y="19119"/>
                    <a:pt x="11528" y="17549"/>
                    <a:pt x="11528" y="17549"/>
                  </a:cubicBezTo>
                  <a:cubicBezTo>
                    <a:pt x="11528" y="17549"/>
                    <a:pt x="13040" y="13127"/>
                    <a:pt x="13297" y="11529"/>
                  </a:cubicBezTo>
                  <a:cubicBezTo>
                    <a:pt x="13523" y="10118"/>
                    <a:pt x="13417" y="9196"/>
                    <a:pt x="12780" y="9196"/>
                  </a:cubicBezTo>
                  <a:cubicBezTo>
                    <a:pt x="12695" y="9196"/>
                    <a:pt x="12601" y="9213"/>
                    <a:pt x="12498" y="9246"/>
                  </a:cubicBezTo>
                  <a:cubicBezTo>
                    <a:pt x="11613" y="9531"/>
                    <a:pt x="10872" y="10331"/>
                    <a:pt x="10872" y="10331"/>
                  </a:cubicBezTo>
                  <a:cubicBezTo>
                    <a:pt x="10872" y="10331"/>
                    <a:pt x="11813" y="6193"/>
                    <a:pt x="10872" y="3168"/>
                  </a:cubicBezTo>
                  <a:cubicBezTo>
                    <a:pt x="9930" y="143"/>
                    <a:pt x="9673" y="1"/>
                    <a:pt x="9673" y="1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6318360" y="3865320"/>
              <a:ext cx="17280" cy="81720"/>
            </a:xfrm>
            <a:custGeom>
              <a:rect b="b" l="l" r="r" t="t"/>
              <a:pathLst>
                <a:path extrusionOk="0" h="1715" w="371">
                  <a:moveTo>
                    <a:pt x="184" y="0"/>
                  </a:moveTo>
                  <a:cubicBezTo>
                    <a:pt x="136" y="0"/>
                    <a:pt x="87" y="33"/>
                    <a:pt x="81" y="96"/>
                  </a:cubicBezTo>
                  <a:cubicBezTo>
                    <a:pt x="56" y="365"/>
                    <a:pt x="23" y="640"/>
                    <a:pt x="25" y="911"/>
                  </a:cubicBezTo>
                  <a:cubicBezTo>
                    <a:pt x="25" y="1162"/>
                    <a:pt x="1" y="1476"/>
                    <a:pt x="155" y="1690"/>
                  </a:cubicBezTo>
                  <a:cubicBezTo>
                    <a:pt x="166" y="1706"/>
                    <a:pt x="184" y="1715"/>
                    <a:pt x="201" y="1715"/>
                  </a:cubicBezTo>
                  <a:cubicBezTo>
                    <a:pt x="217" y="1715"/>
                    <a:pt x="233" y="1707"/>
                    <a:pt x="242" y="1690"/>
                  </a:cubicBezTo>
                  <a:cubicBezTo>
                    <a:pt x="371" y="1461"/>
                    <a:pt x="324" y="1161"/>
                    <a:pt x="318" y="911"/>
                  </a:cubicBezTo>
                  <a:cubicBezTo>
                    <a:pt x="311" y="639"/>
                    <a:pt x="286" y="367"/>
                    <a:pt x="278" y="96"/>
                  </a:cubicBezTo>
                  <a:cubicBezTo>
                    <a:pt x="276" y="32"/>
                    <a:pt x="230" y="0"/>
                    <a:pt x="18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1025" lIns="91425" spcFirstLastPara="1" rIns="91425" wrap="square" tIns="41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6157440" y="3702240"/>
              <a:ext cx="311400" cy="191160"/>
            </a:xfrm>
            <a:custGeom>
              <a:rect b="b" l="l" r="r" t="t"/>
              <a:pathLst>
                <a:path extrusionOk="0" h="3996" w="6505">
                  <a:moveTo>
                    <a:pt x="5425" y="0"/>
                  </a:moveTo>
                  <a:cubicBezTo>
                    <a:pt x="4567" y="0"/>
                    <a:pt x="88" y="1807"/>
                    <a:pt x="88" y="1807"/>
                  </a:cubicBezTo>
                  <a:cubicBezTo>
                    <a:pt x="88" y="1807"/>
                    <a:pt x="0" y="3206"/>
                    <a:pt x="35" y="3346"/>
                  </a:cubicBezTo>
                  <a:cubicBezTo>
                    <a:pt x="64" y="3460"/>
                    <a:pt x="946" y="3995"/>
                    <a:pt x="2482" y="3995"/>
                  </a:cubicBezTo>
                  <a:cubicBezTo>
                    <a:pt x="2824" y="3995"/>
                    <a:pt x="3198" y="3969"/>
                    <a:pt x="3602" y="3905"/>
                  </a:cubicBezTo>
                  <a:cubicBezTo>
                    <a:pt x="5822" y="3556"/>
                    <a:pt x="6504" y="2437"/>
                    <a:pt x="6504" y="2437"/>
                  </a:cubicBezTo>
                  <a:cubicBezTo>
                    <a:pt x="6504" y="2437"/>
                    <a:pt x="5928" y="287"/>
                    <a:pt x="5543" y="23"/>
                  </a:cubicBezTo>
                  <a:cubicBezTo>
                    <a:pt x="5520" y="8"/>
                    <a:pt x="5480" y="0"/>
                    <a:pt x="5425" y="0"/>
                  </a:cubicBezTo>
                  <a:close/>
                </a:path>
              </a:pathLst>
            </a:custGeom>
            <a:solidFill>
              <a:srgbClr val="863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5996880" y="3321000"/>
              <a:ext cx="501480" cy="534600"/>
            </a:xfrm>
            <a:custGeom>
              <a:rect b="b" l="l" r="r" t="t"/>
              <a:pathLst>
                <a:path extrusionOk="0" h="11163" w="10472">
                  <a:moveTo>
                    <a:pt x="5485" y="0"/>
                  </a:moveTo>
                  <a:cubicBezTo>
                    <a:pt x="4291" y="0"/>
                    <a:pt x="3004" y="367"/>
                    <a:pt x="2083" y="1037"/>
                  </a:cubicBezTo>
                  <a:cubicBezTo>
                    <a:pt x="314" y="2321"/>
                    <a:pt x="970" y="5858"/>
                    <a:pt x="970" y="5858"/>
                  </a:cubicBezTo>
                  <a:cubicBezTo>
                    <a:pt x="970" y="5858"/>
                    <a:pt x="0" y="6772"/>
                    <a:pt x="542" y="8027"/>
                  </a:cubicBezTo>
                  <a:cubicBezTo>
                    <a:pt x="807" y="8640"/>
                    <a:pt x="1361" y="8758"/>
                    <a:pt x="1749" y="8758"/>
                  </a:cubicBezTo>
                  <a:cubicBezTo>
                    <a:pt x="1992" y="8758"/>
                    <a:pt x="2169" y="8712"/>
                    <a:pt x="2169" y="8712"/>
                  </a:cubicBezTo>
                  <a:cubicBezTo>
                    <a:pt x="2169" y="8712"/>
                    <a:pt x="3648" y="11162"/>
                    <a:pt x="5812" y="11162"/>
                  </a:cubicBezTo>
                  <a:cubicBezTo>
                    <a:pt x="5937" y="11162"/>
                    <a:pt x="6063" y="11154"/>
                    <a:pt x="6192" y="11137"/>
                  </a:cubicBezTo>
                  <a:cubicBezTo>
                    <a:pt x="8560" y="10823"/>
                    <a:pt x="9302" y="7229"/>
                    <a:pt x="9302" y="7229"/>
                  </a:cubicBezTo>
                  <a:cubicBezTo>
                    <a:pt x="9302" y="7229"/>
                    <a:pt x="10300" y="6629"/>
                    <a:pt x="10386" y="5545"/>
                  </a:cubicBezTo>
                  <a:cubicBezTo>
                    <a:pt x="10471" y="4460"/>
                    <a:pt x="9359" y="4033"/>
                    <a:pt x="9359" y="4033"/>
                  </a:cubicBezTo>
                  <a:cubicBezTo>
                    <a:pt x="9359" y="4033"/>
                    <a:pt x="9415" y="2378"/>
                    <a:pt x="8189" y="979"/>
                  </a:cubicBezTo>
                  <a:cubicBezTo>
                    <a:pt x="7601" y="310"/>
                    <a:pt x="6582" y="0"/>
                    <a:pt x="5485" y="0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6369840" y="3205080"/>
              <a:ext cx="307440" cy="313200"/>
            </a:xfrm>
            <a:custGeom>
              <a:rect b="b" l="l" r="r" t="t"/>
              <a:pathLst>
                <a:path extrusionOk="0" h="6541" w="6421">
                  <a:moveTo>
                    <a:pt x="5261" y="0"/>
                  </a:moveTo>
                  <a:cubicBezTo>
                    <a:pt x="4856" y="0"/>
                    <a:pt x="4210" y="107"/>
                    <a:pt x="3189" y="424"/>
                  </a:cubicBezTo>
                  <a:cubicBezTo>
                    <a:pt x="1049" y="1087"/>
                    <a:pt x="22" y="3420"/>
                    <a:pt x="0" y="3506"/>
                  </a:cubicBezTo>
                  <a:lnTo>
                    <a:pt x="964" y="6523"/>
                  </a:lnTo>
                  <a:cubicBezTo>
                    <a:pt x="964" y="6523"/>
                    <a:pt x="1096" y="6540"/>
                    <a:pt x="1320" y="6540"/>
                  </a:cubicBezTo>
                  <a:cubicBezTo>
                    <a:pt x="1986" y="6540"/>
                    <a:pt x="3466" y="6385"/>
                    <a:pt x="4731" y="5153"/>
                  </a:cubicBezTo>
                  <a:cubicBezTo>
                    <a:pt x="6421" y="3505"/>
                    <a:pt x="5992" y="487"/>
                    <a:pt x="5907" y="252"/>
                  </a:cubicBezTo>
                  <a:cubicBezTo>
                    <a:pt x="5862" y="129"/>
                    <a:pt x="5706" y="0"/>
                    <a:pt x="5261" y="0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5743800" y="3355560"/>
              <a:ext cx="325800" cy="257040"/>
            </a:xfrm>
            <a:custGeom>
              <a:rect b="b" l="l" r="r" t="t"/>
              <a:pathLst>
                <a:path extrusionOk="0" h="5373" w="6806">
                  <a:moveTo>
                    <a:pt x="2521" y="0"/>
                  </a:moveTo>
                  <a:cubicBezTo>
                    <a:pt x="1099" y="0"/>
                    <a:pt x="1" y="530"/>
                    <a:pt x="1" y="579"/>
                  </a:cubicBezTo>
                  <a:cubicBezTo>
                    <a:pt x="1" y="644"/>
                    <a:pt x="1776" y="4388"/>
                    <a:pt x="3445" y="5074"/>
                  </a:cubicBezTo>
                  <a:cubicBezTo>
                    <a:pt x="3990" y="5297"/>
                    <a:pt x="4537" y="5373"/>
                    <a:pt x="5027" y="5373"/>
                  </a:cubicBezTo>
                  <a:cubicBezTo>
                    <a:pt x="6038" y="5373"/>
                    <a:pt x="6805" y="5052"/>
                    <a:pt x="6805" y="5052"/>
                  </a:cubicBezTo>
                  <a:lnTo>
                    <a:pt x="6805" y="1372"/>
                  </a:lnTo>
                  <a:cubicBezTo>
                    <a:pt x="6805" y="1372"/>
                    <a:pt x="5885" y="709"/>
                    <a:pt x="3874" y="172"/>
                  </a:cubicBezTo>
                  <a:cubicBezTo>
                    <a:pt x="3408" y="48"/>
                    <a:pt x="2950" y="0"/>
                    <a:pt x="2521" y="0"/>
                  </a:cubicBezTo>
                  <a:close/>
                </a:path>
              </a:pathLst>
            </a:custGeom>
            <a:solidFill>
              <a:srgbClr val="E9A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6382800" y="3542760"/>
              <a:ext cx="87480" cy="94320"/>
            </a:xfrm>
            <a:custGeom>
              <a:rect b="b" l="l" r="r" t="t"/>
              <a:pathLst>
                <a:path extrusionOk="0" h="1978" w="1835">
                  <a:moveTo>
                    <a:pt x="903" y="0"/>
                  </a:moveTo>
                  <a:cubicBezTo>
                    <a:pt x="789" y="0"/>
                    <a:pt x="679" y="25"/>
                    <a:pt x="583" y="79"/>
                  </a:cubicBezTo>
                  <a:cubicBezTo>
                    <a:pt x="170" y="311"/>
                    <a:pt x="1" y="1089"/>
                    <a:pt x="168" y="1498"/>
                  </a:cubicBezTo>
                  <a:cubicBezTo>
                    <a:pt x="245" y="1681"/>
                    <a:pt x="402" y="1827"/>
                    <a:pt x="585" y="1906"/>
                  </a:cubicBezTo>
                  <a:cubicBezTo>
                    <a:pt x="699" y="1954"/>
                    <a:pt x="817" y="1977"/>
                    <a:pt x="933" y="1977"/>
                  </a:cubicBezTo>
                  <a:cubicBezTo>
                    <a:pt x="1295" y="1977"/>
                    <a:pt x="1636" y="1754"/>
                    <a:pt x="1768" y="1391"/>
                  </a:cubicBezTo>
                  <a:cubicBezTo>
                    <a:pt x="1824" y="1235"/>
                    <a:pt x="1835" y="1067"/>
                    <a:pt x="1831" y="900"/>
                  </a:cubicBezTo>
                  <a:cubicBezTo>
                    <a:pt x="1829" y="794"/>
                    <a:pt x="1819" y="687"/>
                    <a:pt x="1786" y="587"/>
                  </a:cubicBezTo>
                  <a:cubicBezTo>
                    <a:pt x="1678" y="259"/>
                    <a:pt x="1272" y="0"/>
                    <a:pt x="903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6037200" y="3615840"/>
              <a:ext cx="87480" cy="94320"/>
            </a:xfrm>
            <a:custGeom>
              <a:rect b="b" l="l" r="r" t="t"/>
              <a:pathLst>
                <a:path extrusionOk="0" h="1978" w="1834">
                  <a:moveTo>
                    <a:pt x="903" y="1"/>
                  </a:moveTo>
                  <a:cubicBezTo>
                    <a:pt x="789" y="1"/>
                    <a:pt x="679" y="26"/>
                    <a:pt x="582" y="80"/>
                  </a:cubicBezTo>
                  <a:cubicBezTo>
                    <a:pt x="169" y="313"/>
                    <a:pt x="0" y="1091"/>
                    <a:pt x="168" y="1498"/>
                  </a:cubicBezTo>
                  <a:cubicBezTo>
                    <a:pt x="244" y="1682"/>
                    <a:pt x="401" y="1827"/>
                    <a:pt x="584" y="1906"/>
                  </a:cubicBezTo>
                  <a:cubicBezTo>
                    <a:pt x="698" y="1954"/>
                    <a:pt x="816" y="1977"/>
                    <a:pt x="933" y="1977"/>
                  </a:cubicBezTo>
                  <a:cubicBezTo>
                    <a:pt x="1294" y="1977"/>
                    <a:pt x="1636" y="1755"/>
                    <a:pt x="1767" y="1392"/>
                  </a:cubicBezTo>
                  <a:cubicBezTo>
                    <a:pt x="1823" y="1235"/>
                    <a:pt x="1834" y="1067"/>
                    <a:pt x="1830" y="901"/>
                  </a:cubicBezTo>
                  <a:cubicBezTo>
                    <a:pt x="1828" y="795"/>
                    <a:pt x="1818" y="687"/>
                    <a:pt x="1785" y="587"/>
                  </a:cubicBezTo>
                  <a:cubicBezTo>
                    <a:pt x="1678" y="259"/>
                    <a:pt x="1272" y="1"/>
                    <a:pt x="903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7150" lIns="91425" spcFirstLastPara="1" rIns="91425" wrap="square" tIns="4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6379560" y="3484440"/>
              <a:ext cx="20520" cy="45360"/>
            </a:xfrm>
            <a:custGeom>
              <a:rect b="b" l="l" r="r" t="t"/>
              <a:pathLst>
                <a:path extrusionOk="0" h="957" w="435">
                  <a:moveTo>
                    <a:pt x="371" y="599"/>
                  </a:moveTo>
                  <a:cubicBezTo>
                    <a:pt x="371" y="599"/>
                    <a:pt x="372" y="607"/>
                    <a:pt x="375" y="622"/>
                  </a:cubicBezTo>
                  <a:lnTo>
                    <a:pt x="375" y="622"/>
                  </a:lnTo>
                  <a:cubicBezTo>
                    <a:pt x="375" y="618"/>
                    <a:pt x="374" y="614"/>
                    <a:pt x="374" y="611"/>
                  </a:cubicBezTo>
                  <a:cubicBezTo>
                    <a:pt x="372" y="603"/>
                    <a:pt x="371" y="599"/>
                    <a:pt x="371" y="599"/>
                  </a:cubicBezTo>
                  <a:close/>
                  <a:moveTo>
                    <a:pt x="241" y="1"/>
                  </a:moveTo>
                  <a:cubicBezTo>
                    <a:pt x="198" y="1"/>
                    <a:pt x="163" y="25"/>
                    <a:pt x="135" y="61"/>
                  </a:cubicBezTo>
                  <a:cubicBezTo>
                    <a:pt x="51" y="176"/>
                    <a:pt x="4" y="316"/>
                    <a:pt x="4" y="459"/>
                  </a:cubicBezTo>
                  <a:cubicBezTo>
                    <a:pt x="0" y="609"/>
                    <a:pt x="42" y="745"/>
                    <a:pt x="112" y="877"/>
                  </a:cubicBezTo>
                  <a:cubicBezTo>
                    <a:pt x="139" y="929"/>
                    <a:pt x="196" y="956"/>
                    <a:pt x="252" y="956"/>
                  </a:cubicBezTo>
                  <a:cubicBezTo>
                    <a:pt x="274" y="956"/>
                    <a:pt x="295" y="952"/>
                    <a:pt x="315" y="944"/>
                  </a:cubicBezTo>
                  <a:cubicBezTo>
                    <a:pt x="386" y="914"/>
                    <a:pt x="435" y="829"/>
                    <a:pt x="408" y="753"/>
                  </a:cubicBezTo>
                  <a:cubicBezTo>
                    <a:pt x="400" y="726"/>
                    <a:pt x="392" y="699"/>
                    <a:pt x="386" y="671"/>
                  </a:cubicBezTo>
                  <a:cubicBezTo>
                    <a:pt x="381" y="656"/>
                    <a:pt x="378" y="640"/>
                    <a:pt x="375" y="623"/>
                  </a:cubicBezTo>
                  <a:cubicBezTo>
                    <a:pt x="375" y="623"/>
                    <a:pt x="375" y="622"/>
                    <a:pt x="375" y="622"/>
                  </a:cubicBezTo>
                  <a:lnTo>
                    <a:pt x="375" y="622"/>
                  </a:lnTo>
                  <a:cubicBezTo>
                    <a:pt x="375" y="622"/>
                    <a:pt x="375" y="622"/>
                    <a:pt x="375" y="622"/>
                  </a:cubicBezTo>
                  <a:cubicBezTo>
                    <a:pt x="375" y="622"/>
                    <a:pt x="375" y="622"/>
                    <a:pt x="375" y="622"/>
                  </a:cubicBezTo>
                  <a:lnTo>
                    <a:pt x="375" y="622"/>
                  </a:lnTo>
                  <a:cubicBezTo>
                    <a:pt x="375" y="622"/>
                    <a:pt x="375" y="622"/>
                    <a:pt x="375" y="622"/>
                  </a:cubicBezTo>
                  <a:lnTo>
                    <a:pt x="375" y="622"/>
                  </a:lnTo>
                  <a:cubicBezTo>
                    <a:pt x="369" y="616"/>
                    <a:pt x="370" y="583"/>
                    <a:pt x="369" y="574"/>
                  </a:cubicBezTo>
                  <a:cubicBezTo>
                    <a:pt x="367" y="552"/>
                    <a:pt x="363" y="529"/>
                    <a:pt x="360" y="507"/>
                  </a:cubicBezTo>
                  <a:lnTo>
                    <a:pt x="360" y="507"/>
                  </a:lnTo>
                  <a:cubicBezTo>
                    <a:pt x="360" y="504"/>
                    <a:pt x="360" y="501"/>
                    <a:pt x="359" y="496"/>
                  </a:cubicBezTo>
                  <a:cubicBezTo>
                    <a:pt x="357" y="482"/>
                    <a:pt x="357" y="468"/>
                    <a:pt x="356" y="453"/>
                  </a:cubicBezTo>
                  <a:cubicBezTo>
                    <a:pt x="350" y="343"/>
                    <a:pt x="351" y="232"/>
                    <a:pt x="361" y="121"/>
                  </a:cubicBezTo>
                  <a:cubicBezTo>
                    <a:pt x="364" y="80"/>
                    <a:pt x="335" y="37"/>
                    <a:pt x="301" y="16"/>
                  </a:cubicBezTo>
                  <a:cubicBezTo>
                    <a:pt x="291" y="12"/>
                    <a:pt x="282" y="8"/>
                    <a:pt x="272" y="4"/>
                  </a:cubicBezTo>
                  <a:cubicBezTo>
                    <a:pt x="261" y="2"/>
                    <a:pt x="251" y="1"/>
                    <a:pt x="241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22675" lIns="91425" spcFirstLastPara="1" rIns="91425" wrap="square" tIns="2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6415920" y="3489120"/>
              <a:ext cx="26640" cy="32400"/>
            </a:xfrm>
            <a:custGeom>
              <a:rect b="b" l="l" r="r" t="t"/>
              <a:pathLst>
                <a:path extrusionOk="0" h="686" w="565">
                  <a:moveTo>
                    <a:pt x="424" y="1"/>
                  </a:moveTo>
                  <a:cubicBezTo>
                    <a:pt x="393" y="1"/>
                    <a:pt x="363" y="9"/>
                    <a:pt x="336" y="26"/>
                  </a:cubicBezTo>
                  <a:cubicBezTo>
                    <a:pt x="333" y="28"/>
                    <a:pt x="329" y="30"/>
                    <a:pt x="326" y="32"/>
                  </a:cubicBezTo>
                  <a:lnTo>
                    <a:pt x="326" y="32"/>
                  </a:lnTo>
                  <a:cubicBezTo>
                    <a:pt x="262" y="50"/>
                    <a:pt x="224" y="108"/>
                    <a:pt x="185" y="160"/>
                  </a:cubicBezTo>
                  <a:cubicBezTo>
                    <a:pt x="165" y="186"/>
                    <a:pt x="146" y="214"/>
                    <a:pt x="128" y="243"/>
                  </a:cubicBezTo>
                  <a:cubicBezTo>
                    <a:pt x="86" y="313"/>
                    <a:pt x="53" y="388"/>
                    <a:pt x="28" y="466"/>
                  </a:cubicBezTo>
                  <a:cubicBezTo>
                    <a:pt x="1" y="553"/>
                    <a:pt x="61" y="660"/>
                    <a:pt x="150" y="680"/>
                  </a:cubicBezTo>
                  <a:cubicBezTo>
                    <a:pt x="165" y="684"/>
                    <a:pt x="180" y="686"/>
                    <a:pt x="195" y="686"/>
                  </a:cubicBezTo>
                  <a:cubicBezTo>
                    <a:pt x="271" y="686"/>
                    <a:pt x="341" y="636"/>
                    <a:pt x="365" y="558"/>
                  </a:cubicBezTo>
                  <a:lnTo>
                    <a:pt x="366" y="558"/>
                  </a:lnTo>
                  <a:cubicBezTo>
                    <a:pt x="373" y="533"/>
                    <a:pt x="381" y="509"/>
                    <a:pt x="390" y="485"/>
                  </a:cubicBezTo>
                  <a:lnTo>
                    <a:pt x="390" y="485"/>
                  </a:lnTo>
                  <a:cubicBezTo>
                    <a:pt x="387" y="490"/>
                    <a:pt x="385" y="496"/>
                    <a:pt x="383" y="501"/>
                  </a:cubicBezTo>
                  <a:cubicBezTo>
                    <a:pt x="385" y="495"/>
                    <a:pt x="388" y="489"/>
                    <a:pt x="390" y="484"/>
                  </a:cubicBezTo>
                  <a:lnTo>
                    <a:pt x="390" y="484"/>
                  </a:lnTo>
                  <a:cubicBezTo>
                    <a:pt x="390" y="484"/>
                    <a:pt x="390" y="485"/>
                    <a:pt x="390" y="485"/>
                  </a:cubicBezTo>
                  <a:lnTo>
                    <a:pt x="390" y="485"/>
                  </a:lnTo>
                  <a:cubicBezTo>
                    <a:pt x="390" y="484"/>
                    <a:pt x="391" y="482"/>
                    <a:pt x="391" y="481"/>
                  </a:cubicBezTo>
                  <a:lnTo>
                    <a:pt x="391" y="481"/>
                  </a:lnTo>
                  <a:cubicBezTo>
                    <a:pt x="391" y="482"/>
                    <a:pt x="390" y="483"/>
                    <a:pt x="390" y="484"/>
                  </a:cubicBezTo>
                  <a:lnTo>
                    <a:pt x="390" y="484"/>
                  </a:lnTo>
                  <a:cubicBezTo>
                    <a:pt x="393" y="476"/>
                    <a:pt x="396" y="468"/>
                    <a:pt x="399" y="460"/>
                  </a:cubicBezTo>
                  <a:lnTo>
                    <a:pt x="399" y="460"/>
                  </a:lnTo>
                  <a:cubicBezTo>
                    <a:pt x="397" y="467"/>
                    <a:pt x="394" y="474"/>
                    <a:pt x="391" y="481"/>
                  </a:cubicBezTo>
                  <a:lnTo>
                    <a:pt x="391" y="481"/>
                  </a:lnTo>
                  <a:cubicBezTo>
                    <a:pt x="416" y="426"/>
                    <a:pt x="447" y="373"/>
                    <a:pt x="483" y="324"/>
                  </a:cubicBezTo>
                  <a:lnTo>
                    <a:pt x="483" y="324"/>
                  </a:lnTo>
                  <a:cubicBezTo>
                    <a:pt x="490" y="315"/>
                    <a:pt x="497" y="306"/>
                    <a:pt x="505" y="296"/>
                  </a:cubicBezTo>
                  <a:cubicBezTo>
                    <a:pt x="520" y="275"/>
                    <a:pt x="530" y="253"/>
                    <a:pt x="537" y="229"/>
                  </a:cubicBezTo>
                  <a:lnTo>
                    <a:pt x="537" y="229"/>
                  </a:lnTo>
                  <a:cubicBezTo>
                    <a:pt x="551" y="201"/>
                    <a:pt x="564" y="175"/>
                    <a:pt x="564" y="142"/>
                  </a:cubicBezTo>
                  <a:cubicBezTo>
                    <a:pt x="564" y="109"/>
                    <a:pt x="553" y="60"/>
                    <a:pt x="529" y="38"/>
                  </a:cubicBezTo>
                  <a:cubicBezTo>
                    <a:pt x="498" y="13"/>
                    <a:pt x="461" y="1"/>
                    <a:pt x="424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6049080" y="3573720"/>
              <a:ext cx="24480" cy="35640"/>
            </a:xfrm>
            <a:custGeom>
              <a:rect b="b" l="l" r="r" t="t"/>
              <a:pathLst>
                <a:path extrusionOk="0" h="748" w="517">
                  <a:moveTo>
                    <a:pt x="91" y="1"/>
                  </a:moveTo>
                  <a:cubicBezTo>
                    <a:pt x="58" y="1"/>
                    <a:pt x="24" y="19"/>
                    <a:pt x="18" y="55"/>
                  </a:cubicBezTo>
                  <a:cubicBezTo>
                    <a:pt x="17" y="67"/>
                    <a:pt x="15" y="80"/>
                    <a:pt x="14" y="92"/>
                  </a:cubicBezTo>
                  <a:cubicBezTo>
                    <a:pt x="13" y="94"/>
                    <a:pt x="13" y="95"/>
                    <a:pt x="13" y="97"/>
                  </a:cubicBezTo>
                  <a:lnTo>
                    <a:pt x="13" y="97"/>
                  </a:lnTo>
                  <a:cubicBezTo>
                    <a:pt x="10" y="103"/>
                    <a:pt x="7" y="109"/>
                    <a:pt x="6" y="112"/>
                  </a:cubicBezTo>
                  <a:cubicBezTo>
                    <a:pt x="2" y="128"/>
                    <a:pt x="0" y="146"/>
                    <a:pt x="2" y="163"/>
                  </a:cubicBezTo>
                  <a:cubicBezTo>
                    <a:pt x="2" y="199"/>
                    <a:pt x="6" y="235"/>
                    <a:pt x="12" y="272"/>
                  </a:cubicBezTo>
                  <a:lnTo>
                    <a:pt x="12" y="272"/>
                  </a:lnTo>
                  <a:cubicBezTo>
                    <a:pt x="12" y="291"/>
                    <a:pt x="11" y="308"/>
                    <a:pt x="17" y="334"/>
                  </a:cubicBezTo>
                  <a:cubicBezTo>
                    <a:pt x="21" y="347"/>
                    <a:pt x="25" y="361"/>
                    <a:pt x="30" y="374"/>
                  </a:cubicBezTo>
                  <a:cubicBezTo>
                    <a:pt x="45" y="416"/>
                    <a:pt x="63" y="456"/>
                    <a:pt x="84" y="494"/>
                  </a:cubicBezTo>
                  <a:cubicBezTo>
                    <a:pt x="113" y="548"/>
                    <a:pt x="140" y="603"/>
                    <a:pt x="168" y="659"/>
                  </a:cubicBezTo>
                  <a:cubicBezTo>
                    <a:pt x="192" y="699"/>
                    <a:pt x="230" y="729"/>
                    <a:pt x="276" y="742"/>
                  </a:cubicBezTo>
                  <a:cubicBezTo>
                    <a:pt x="290" y="745"/>
                    <a:pt x="305" y="747"/>
                    <a:pt x="320" y="747"/>
                  </a:cubicBezTo>
                  <a:cubicBezTo>
                    <a:pt x="345" y="747"/>
                    <a:pt x="370" y="742"/>
                    <a:pt x="393" y="732"/>
                  </a:cubicBezTo>
                  <a:cubicBezTo>
                    <a:pt x="430" y="718"/>
                    <a:pt x="460" y="693"/>
                    <a:pt x="480" y="659"/>
                  </a:cubicBezTo>
                  <a:cubicBezTo>
                    <a:pt x="501" y="619"/>
                    <a:pt x="516" y="564"/>
                    <a:pt x="498" y="519"/>
                  </a:cubicBezTo>
                  <a:lnTo>
                    <a:pt x="498" y="519"/>
                  </a:lnTo>
                  <a:lnTo>
                    <a:pt x="498" y="520"/>
                  </a:lnTo>
                  <a:cubicBezTo>
                    <a:pt x="476" y="463"/>
                    <a:pt x="452" y="407"/>
                    <a:pt x="428" y="350"/>
                  </a:cubicBezTo>
                  <a:cubicBezTo>
                    <a:pt x="412" y="312"/>
                    <a:pt x="399" y="269"/>
                    <a:pt x="376" y="234"/>
                  </a:cubicBezTo>
                  <a:cubicBezTo>
                    <a:pt x="368" y="221"/>
                    <a:pt x="358" y="207"/>
                    <a:pt x="349" y="194"/>
                  </a:cubicBezTo>
                  <a:cubicBezTo>
                    <a:pt x="332" y="171"/>
                    <a:pt x="314" y="151"/>
                    <a:pt x="292" y="133"/>
                  </a:cubicBezTo>
                  <a:lnTo>
                    <a:pt x="292" y="133"/>
                  </a:lnTo>
                  <a:cubicBezTo>
                    <a:pt x="275" y="116"/>
                    <a:pt x="260" y="97"/>
                    <a:pt x="241" y="80"/>
                  </a:cubicBezTo>
                  <a:cubicBezTo>
                    <a:pt x="213" y="57"/>
                    <a:pt x="187" y="35"/>
                    <a:pt x="154" y="25"/>
                  </a:cubicBezTo>
                  <a:lnTo>
                    <a:pt x="154" y="25"/>
                  </a:lnTo>
                  <a:cubicBezTo>
                    <a:pt x="145" y="20"/>
                    <a:pt x="137" y="14"/>
                    <a:pt x="128" y="9"/>
                  </a:cubicBezTo>
                  <a:cubicBezTo>
                    <a:pt x="118" y="4"/>
                    <a:pt x="105" y="1"/>
                    <a:pt x="91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6090120" y="3565440"/>
              <a:ext cx="24480" cy="36360"/>
            </a:xfrm>
            <a:custGeom>
              <a:rect b="b" l="l" r="r" t="t"/>
              <a:pathLst>
                <a:path extrusionOk="0" h="768" w="515">
                  <a:moveTo>
                    <a:pt x="323" y="579"/>
                  </a:moveTo>
                  <a:cubicBezTo>
                    <a:pt x="322" y="584"/>
                    <a:pt x="322" y="588"/>
                    <a:pt x="321" y="592"/>
                  </a:cubicBezTo>
                  <a:cubicBezTo>
                    <a:pt x="322" y="587"/>
                    <a:pt x="322" y="583"/>
                    <a:pt x="323" y="579"/>
                  </a:cubicBezTo>
                  <a:close/>
                  <a:moveTo>
                    <a:pt x="455" y="1"/>
                  </a:moveTo>
                  <a:cubicBezTo>
                    <a:pt x="451" y="1"/>
                    <a:pt x="446" y="1"/>
                    <a:pt x="441" y="3"/>
                  </a:cubicBezTo>
                  <a:cubicBezTo>
                    <a:pt x="413" y="11"/>
                    <a:pt x="385" y="21"/>
                    <a:pt x="359" y="35"/>
                  </a:cubicBezTo>
                  <a:lnTo>
                    <a:pt x="359" y="35"/>
                  </a:lnTo>
                  <a:cubicBezTo>
                    <a:pt x="357" y="36"/>
                    <a:pt x="353" y="38"/>
                    <a:pt x="351" y="39"/>
                  </a:cubicBezTo>
                  <a:cubicBezTo>
                    <a:pt x="340" y="42"/>
                    <a:pt x="328" y="47"/>
                    <a:pt x="318" y="53"/>
                  </a:cubicBezTo>
                  <a:cubicBezTo>
                    <a:pt x="306" y="60"/>
                    <a:pt x="295" y="67"/>
                    <a:pt x="283" y="76"/>
                  </a:cubicBezTo>
                  <a:cubicBezTo>
                    <a:pt x="255" y="95"/>
                    <a:pt x="229" y="116"/>
                    <a:pt x="203" y="138"/>
                  </a:cubicBezTo>
                  <a:cubicBezTo>
                    <a:pt x="175" y="163"/>
                    <a:pt x="150" y="192"/>
                    <a:pt x="128" y="224"/>
                  </a:cubicBezTo>
                  <a:cubicBezTo>
                    <a:pt x="88" y="277"/>
                    <a:pt x="65" y="344"/>
                    <a:pt x="46" y="407"/>
                  </a:cubicBezTo>
                  <a:cubicBezTo>
                    <a:pt x="26" y="473"/>
                    <a:pt x="14" y="542"/>
                    <a:pt x="9" y="612"/>
                  </a:cubicBezTo>
                  <a:cubicBezTo>
                    <a:pt x="1" y="691"/>
                    <a:pt x="82" y="768"/>
                    <a:pt x="159" y="768"/>
                  </a:cubicBezTo>
                  <a:cubicBezTo>
                    <a:pt x="161" y="768"/>
                    <a:pt x="163" y="768"/>
                    <a:pt x="164" y="767"/>
                  </a:cubicBezTo>
                  <a:cubicBezTo>
                    <a:pt x="251" y="766"/>
                    <a:pt x="319" y="697"/>
                    <a:pt x="321" y="612"/>
                  </a:cubicBezTo>
                  <a:cubicBezTo>
                    <a:pt x="322" y="596"/>
                    <a:pt x="324" y="581"/>
                    <a:pt x="325" y="566"/>
                  </a:cubicBezTo>
                  <a:lnTo>
                    <a:pt x="325" y="566"/>
                  </a:lnTo>
                  <a:cubicBezTo>
                    <a:pt x="332" y="527"/>
                    <a:pt x="342" y="489"/>
                    <a:pt x="353" y="451"/>
                  </a:cubicBezTo>
                  <a:cubicBezTo>
                    <a:pt x="357" y="439"/>
                    <a:pt x="362" y="429"/>
                    <a:pt x="365" y="418"/>
                  </a:cubicBezTo>
                  <a:cubicBezTo>
                    <a:pt x="367" y="415"/>
                    <a:pt x="368" y="412"/>
                    <a:pt x="369" y="410"/>
                  </a:cubicBezTo>
                  <a:lnTo>
                    <a:pt x="369" y="410"/>
                  </a:lnTo>
                  <a:cubicBezTo>
                    <a:pt x="383" y="379"/>
                    <a:pt x="391" y="347"/>
                    <a:pt x="403" y="316"/>
                  </a:cubicBezTo>
                  <a:cubicBezTo>
                    <a:pt x="411" y="295"/>
                    <a:pt x="416" y="273"/>
                    <a:pt x="423" y="252"/>
                  </a:cubicBezTo>
                  <a:cubicBezTo>
                    <a:pt x="426" y="242"/>
                    <a:pt x="430" y="231"/>
                    <a:pt x="434" y="220"/>
                  </a:cubicBezTo>
                  <a:cubicBezTo>
                    <a:pt x="435" y="216"/>
                    <a:pt x="440" y="205"/>
                    <a:pt x="442" y="201"/>
                  </a:cubicBezTo>
                  <a:lnTo>
                    <a:pt x="442" y="201"/>
                  </a:lnTo>
                  <a:cubicBezTo>
                    <a:pt x="448" y="188"/>
                    <a:pt x="455" y="175"/>
                    <a:pt x="459" y="161"/>
                  </a:cubicBezTo>
                  <a:cubicBezTo>
                    <a:pt x="461" y="155"/>
                    <a:pt x="462" y="149"/>
                    <a:pt x="465" y="143"/>
                  </a:cubicBezTo>
                  <a:cubicBezTo>
                    <a:pt x="465" y="142"/>
                    <a:pt x="465" y="141"/>
                    <a:pt x="465" y="140"/>
                  </a:cubicBezTo>
                  <a:lnTo>
                    <a:pt x="465" y="140"/>
                  </a:lnTo>
                  <a:cubicBezTo>
                    <a:pt x="466" y="140"/>
                    <a:pt x="466" y="140"/>
                    <a:pt x="466" y="139"/>
                  </a:cubicBezTo>
                  <a:cubicBezTo>
                    <a:pt x="476" y="118"/>
                    <a:pt x="488" y="97"/>
                    <a:pt x="498" y="76"/>
                  </a:cubicBezTo>
                  <a:cubicBezTo>
                    <a:pt x="514" y="41"/>
                    <a:pt x="492" y="1"/>
                    <a:pt x="45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6213240" y="3679200"/>
              <a:ext cx="105840" cy="59400"/>
            </a:xfrm>
            <a:custGeom>
              <a:rect b="b" l="l" r="r" t="t"/>
              <a:pathLst>
                <a:path extrusionOk="0" h="1247" w="2218">
                  <a:moveTo>
                    <a:pt x="1684" y="0"/>
                  </a:moveTo>
                  <a:cubicBezTo>
                    <a:pt x="1134" y="0"/>
                    <a:pt x="0" y="232"/>
                    <a:pt x="437" y="832"/>
                  </a:cubicBezTo>
                  <a:cubicBezTo>
                    <a:pt x="546" y="976"/>
                    <a:pt x="691" y="1089"/>
                    <a:pt x="857" y="1160"/>
                  </a:cubicBezTo>
                  <a:cubicBezTo>
                    <a:pt x="974" y="1210"/>
                    <a:pt x="1112" y="1247"/>
                    <a:pt x="1246" y="1247"/>
                  </a:cubicBezTo>
                  <a:cubicBezTo>
                    <a:pt x="1300" y="1247"/>
                    <a:pt x="1352" y="1241"/>
                    <a:pt x="1403" y="1228"/>
                  </a:cubicBezTo>
                  <a:cubicBezTo>
                    <a:pt x="1504" y="1203"/>
                    <a:pt x="1582" y="1139"/>
                    <a:pt x="1660" y="1072"/>
                  </a:cubicBezTo>
                  <a:cubicBezTo>
                    <a:pt x="1738" y="1005"/>
                    <a:pt x="1814" y="935"/>
                    <a:pt x="1886" y="860"/>
                  </a:cubicBezTo>
                  <a:cubicBezTo>
                    <a:pt x="2013" y="731"/>
                    <a:pt x="2174" y="580"/>
                    <a:pt x="2194" y="391"/>
                  </a:cubicBezTo>
                  <a:cubicBezTo>
                    <a:pt x="2218" y="188"/>
                    <a:pt x="2077" y="57"/>
                    <a:pt x="1890" y="17"/>
                  </a:cubicBezTo>
                  <a:cubicBezTo>
                    <a:pt x="1841" y="6"/>
                    <a:pt x="1769" y="0"/>
                    <a:pt x="168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29875" lIns="91425" spcFirstLastPara="1" rIns="91425" wrap="square" tIns="29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6266880" y="3719520"/>
              <a:ext cx="23400" cy="67680"/>
            </a:xfrm>
            <a:custGeom>
              <a:rect b="b" l="l" r="r" t="t"/>
              <a:pathLst>
                <a:path extrusionOk="0" h="1417" w="496">
                  <a:moveTo>
                    <a:pt x="99" y="0"/>
                  </a:moveTo>
                  <a:cubicBezTo>
                    <a:pt x="51" y="0"/>
                    <a:pt x="2" y="36"/>
                    <a:pt x="1" y="93"/>
                  </a:cubicBezTo>
                  <a:cubicBezTo>
                    <a:pt x="0" y="328"/>
                    <a:pt x="47" y="568"/>
                    <a:pt x="108" y="795"/>
                  </a:cubicBezTo>
                  <a:cubicBezTo>
                    <a:pt x="139" y="905"/>
                    <a:pt x="168" y="1016"/>
                    <a:pt x="196" y="1127"/>
                  </a:cubicBezTo>
                  <a:cubicBezTo>
                    <a:pt x="226" y="1242"/>
                    <a:pt x="272" y="1338"/>
                    <a:pt x="369" y="1410"/>
                  </a:cubicBezTo>
                  <a:cubicBezTo>
                    <a:pt x="375" y="1414"/>
                    <a:pt x="382" y="1416"/>
                    <a:pt x="390" y="1416"/>
                  </a:cubicBezTo>
                  <a:cubicBezTo>
                    <a:pt x="407" y="1416"/>
                    <a:pt x="425" y="1406"/>
                    <a:pt x="435" y="1392"/>
                  </a:cubicBezTo>
                  <a:cubicBezTo>
                    <a:pt x="496" y="1290"/>
                    <a:pt x="494" y="1179"/>
                    <a:pt x="474" y="1064"/>
                  </a:cubicBezTo>
                  <a:cubicBezTo>
                    <a:pt x="455" y="947"/>
                    <a:pt x="433" y="828"/>
                    <a:pt x="411" y="711"/>
                  </a:cubicBezTo>
                  <a:cubicBezTo>
                    <a:pt x="367" y="482"/>
                    <a:pt x="293" y="248"/>
                    <a:pt x="177" y="45"/>
                  </a:cubicBezTo>
                  <a:cubicBezTo>
                    <a:pt x="159" y="14"/>
                    <a:pt x="129" y="0"/>
                    <a:pt x="99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6168600" y="3780360"/>
              <a:ext cx="95760" cy="201600"/>
            </a:xfrm>
            <a:custGeom>
              <a:rect b="b" l="l" r="r" t="t"/>
              <a:pathLst>
                <a:path extrusionOk="0" h="4213" w="2004">
                  <a:moveTo>
                    <a:pt x="1303" y="1"/>
                  </a:moveTo>
                  <a:cubicBezTo>
                    <a:pt x="1198" y="1"/>
                    <a:pt x="1096" y="26"/>
                    <a:pt x="1005" y="88"/>
                  </a:cubicBezTo>
                  <a:cubicBezTo>
                    <a:pt x="713" y="289"/>
                    <a:pt x="486" y="582"/>
                    <a:pt x="334" y="900"/>
                  </a:cubicBezTo>
                  <a:cubicBezTo>
                    <a:pt x="145" y="1291"/>
                    <a:pt x="60" y="1727"/>
                    <a:pt x="28" y="2162"/>
                  </a:cubicBezTo>
                  <a:cubicBezTo>
                    <a:pt x="0" y="2531"/>
                    <a:pt x="11" y="2910"/>
                    <a:pt x="116" y="3265"/>
                  </a:cubicBezTo>
                  <a:cubicBezTo>
                    <a:pt x="223" y="3621"/>
                    <a:pt x="432" y="3955"/>
                    <a:pt x="740" y="4160"/>
                  </a:cubicBezTo>
                  <a:cubicBezTo>
                    <a:pt x="781" y="4188"/>
                    <a:pt x="829" y="4213"/>
                    <a:pt x="876" y="4213"/>
                  </a:cubicBezTo>
                  <a:cubicBezTo>
                    <a:pt x="893" y="4213"/>
                    <a:pt x="910" y="4209"/>
                    <a:pt x="926" y="4201"/>
                  </a:cubicBezTo>
                  <a:cubicBezTo>
                    <a:pt x="962" y="4183"/>
                    <a:pt x="985" y="4147"/>
                    <a:pt x="1003" y="4113"/>
                  </a:cubicBezTo>
                  <a:cubicBezTo>
                    <a:pt x="1146" y="3843"/>
                    <a:pt x="1169" y="3530"/>
                    <a:pt x="1193" y="3226"/>
                  </a:cubicBezTo>
                  <a:cubicBezTo>
                    <a:pt x="1275" y="2209"/>
                    <a:pt x="1410" y="1152"/>
                    <a:pt x="1980" y="309"/>
                  </a:cubicBezTo>
                  <a:cubicBezTo>
                    <a:pt x="1992" y="292"/>
                    <a:pt x="2004" y="272"/>
                    <a:pt x="1998" y="252"/>
                  </a:cubicBezTo>
                  <a:cubicBezTo>
                    <a:pt x="1991" y="236"/>
                    <a:pt x="1977" y="224"/>
                    <a:pt x="1961" y="216"/>
                  </a:cubicBezTo>
                  <a:cubicBezTo>
                    <a:pt x="1770" y="115"/>
                    <a:pt x="1528" y="1"/>
                    <a:pt x="1303" y="1"/>
                  </a:cubicBezTo>
                  <a:close/>
                </a:path>
              </a:pathLst>
            </a:custGeom>
            <a:solidFill>
              <a:srgbClr val="FF6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6191280" y="3692160"/>
              <a:ext cx="191520" cy="103320"/>
            </a:xfrm>
            <a:custGeom>
              <a:rect b="b" l="l" r="r" t="t"/>
              <a:pathLst>
                <a:path extrusionOk="0" h="2161" w="4000">
                  <a:moveTo>
                    <a:pt x="3825" y="0"/>
                  </a:moveTo>
                  <a:cubicBezTo>
                    <a:pt x="3810" y="0"/>
                    <a:pt x="3794" y="4"/>
                    <a:pt x="3781" y="11"/>
                  </a:cubicBezTo>
                  <a:cubicBezTo>
                    <a:pt x="3605" y="104"/>
                    <a:pt x="3565" y="289"/>
                    <a:pt x="3476" y="455"/>
                  </a:cubicBezTo>
                  <a:cubicBezTo>
                    <a:pt x="3389" y="622"/>
                    <a:pt x="3286" y="780"/>
                    <a:pt x="3167" y="927"/>
                  </a:cubicBezTo>
                  <a:cubicBezTo>
                    <a:pt x="2913" y="1240"/>
                    <a:pt x="2614" y="1495"/>
                    <a:pt x="2246" y="1666"/>
                  </a:cubicBezTo>
                  <a:cubicBezTo>
                    <a:pt x="1990" y="1785"/>
                    <a:pt x="1722" y="1839"/>
                    <a:pt x="1454" y="1839"/>
                  </a:cubicBezTo>
                  <a:cubicBezTo>
                    <a:pt x="952" y="1839"/>
                    <a:pt x="452" y="1648"/>
                    <a:pt x="49" y="1331"/>
                  </a:cubicBezTo>
                  <a:cubicBezTo>
                    <a:pt x="44" y="1327"/>
                    <a:pt x="38" y="1326"/>
                    <a:pt x="33" y="1326"/>
                  </a:cubicBezTo>
                  <a:cubicBezTo>
                    <a:pt x="16" y="1326"/>
                    <a:pt x="1" y="1341"/>
                    <a:pt x="11" y="1361"/>
                  </a:cubicBezTo>
                  <a:lnTo>
                    <a:pt x="11" y="1360"/>
                  </a:lnTo>
                  <a:cubicBezTo>
                    <a:pt x="316" y="1911"/>
                    <a:pt x="952" y="2161"/>
                    <a:pt x="1576" y="2161"/>
                  </a:cubicBezTo>
                  <a:cubicBezTo>
                    <a:pt x="1832" y="2161"/>
                    <a:pt x="2085" y="2119"/>
                    <a:pt x="2313" y="2039"/>
                  </a:cubicBezTo>
                  <a:cubicBezTo>
                    <a:pt x="2741" y="1887"/>
                    <a:pt x="3128" y="1604"/>
                    <a:pt x="3415" y="1252"/>
                  </a:cubicBezTo>
                  <a:cubicBezTo>
                    <a:pt x="3567" y="1066"/>
                    <a:pt x="3695" y="861"/>
                    <a:pt x="3797" y="643"/>
                  </a:cubicBezTo>
                  <a:cubicBezTo>
                    <a:pt x="3888" y="448"/>
                    <a:pt x="3999" y="249"/>
                    <a:pt x="3896" y="41"/>
                  </a:cubicBezTo>
                  <a:cubicBezTo>
                    <a:pt x="3883" y="14"/>
                    <a:pt x="3854" y="0"/>
                    <a:pt x="3825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51825" lIns="91425" spcFirstLastPara="1" rIns="91425" wrap="square" tIns="5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6126840" y="4271400"/>
              <a:ext cx="65520" cy="345600"/>
            </a:xfrm>
            <a:custGeom>
              <a:rect b="b" l="l" r="r" t="t"/>
              <a:pathLst>
                <a:path extrusionOk="0" h="7215" w="1377">
                  <a:moveTo>
                    <a:pt x="51" y="0"/>
                  </a:moveTo>
                  <a:cubicBezTo>
                    <a:pt x="26" y="0"/>
                    <a:pt x="0" y="17"/>
                    <a:pt x="4" y="46"/>
                  </a:cubicBezTo>
                  <a:cubicBezTo>
                    <a:pt x="122" y="1231"/>
                    <a:pt x="309" y="2398"/>
                    <a:pt x="508" y="3573"/>
                  </a:cubicBezTo>
                  <a:cubicBezTo>
                    <a:pt x="608" y="4165"/>
                    <a:pt x="713" y="4758"/>
                    <a:pt x="825" y="5349"/>
                  </a:cubicBezTo>
                  <a:cubicBezTo>
                    <a:pt x="937" y="5944"/>
                    <a:pt x="1003" y="6599"/>
                    <a:pt x="1226" y="7162"/>
                  </a:cubicBezTo>
                  <a:cubicBezTo>
                    <a:pt x="1239" y="7197"/>
                    <a:pt x="1273" y="7214"/>
                    <a:pt x="1305" y="7214"/>
                  </a:cubicBezTo>
                  <a:cubicBezTo>
                    <a:pt x="1342" y="7214"/>
                    <a:pt x="1376" y="7191"/>
                    <a:pt x="1374" y="7142"/>
                  </a:cubicBezTo>
                  <a:cubicBezTo>
                    <a:pt x="1344" y="6565"/>
                    <a:pt x="1166" y="5980"/>
                    <a:pt x="1059" y="5412"/>
                  </a:cubicBezTo>
                  <a:cubicBezTo>
                    <a:pt x="949" y="4821"/>
                    <a:pt x="846" y="4229"/>
                    <a:pt x="748" y="3635"/>
                  </a:cubicBezTo>
                  <a:cubicBezTo>
                    <a:pt x="547" y="2428"/>
                    <a:pt x="370" y="1225"/>
                    <a:pt x="98" y="34"/>
                  </a:cubicBezTo>
                  <a:cubicBezTo>
                    <a:pt x="93" y="11"/>
                    <a:pt x="72" y="0"/>
                    <a:pt x="51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6210360" y="4109760"/>
              <a:ext cx="214560" cy="478440"/>
            </a:xfrm>
            <a:custGeom>
              <a:rect b="b" l="l" r="r" t="t"/>
              <a:pathLst>
                <a:path extrusionOk="0" h="9992" w="4483">
                  <a:moveTo>
                    <a:pt x="2560" y="1"/>
                  </a:moveTo>
                  <a:cubicBezTo>
                    <a:pt x="2393" y="1"/>
                    <a:pt x="2284" y="21"/>
                    <a:pt x="2284" y="21"/>
                  </a:cubicBezTo>
                  <a:cubicBezTo>
                    <a:pt x="2278" y="12"/>
                    <a:pt x="2261" y="8"/>
                    <a:pt x="2234" y="8"/>
                  </a:cubicBezTo>
                  <a:cubicBezTo>
                    <a:pt x="1992" y="8"/>
                    <a:pt x="977" y="390"/>
                    <a:pt x="515" y="1904"/>
                  </a:cubicBezTo>
                  <a:cubicBezTo>
                    <a:pt x="0" y="3588"/>
                    <a:pt x="144" y="6469"/>
                    <a:pt x="315" y="7839"/>
                  </a:cubicBezTo>
                  <a:cubicBezTo>
                    <a:pt x="395" y="8487"/>
                    <a:pt x="573" y="9306"/>
                    <a:pt x="737" y="9992"/>
                  </a:cubicBezTo>
                  <a:cubicBezTo>
                    <a:pt x="862" y="9900"/>
                    <a:pt x="1555" y="9418"/>
                    <a:pt x="2377" y="9418"/>
                  </a:cubicBezTo>
                  <a:cubicBezTo>
                    <a:pt x="2468" y="9418"/>
                    <a:pt x="2560" y="9424"/>
                    <a:pt x="2654" y="9437"/>
                  </a:cubicBezTo>
                  <a:cubicBezTo>
                    <a:pt x="3633" y="9574"/>
                    <a:pt x="4139" y="9886"/>
                    <a:pt x="4186" y="9916"/>
                  </a:cubicBezTo>
                  <a:cubicBezTo>
                    <a:pt x="4204" y="9919"/>
                    <a:pt x="4221" y="9925"/>
                    <a:pt x="4239" y="9928"/>
                  </a:cubicBezTo>
                  <a:cubicBezTo>
                    <a:pt x="4234" y="9799"/>
                    <a:pt x="4252" y="9671"/>
                    <a:pt x="4265" y="9537"/>
                  </a:cubicBezTo>
                  <a:cubicBezTo>
                    <a:pt x="4271" y="9470"/>
                    <a:pt x="4277" y="9403"/>
                    <a:pt x="4284" y="9336"/>
                  </a:cubicBezTo>
                  <a:cubicBezTo>
                    <a:pt x="4306" y="8887"/>
                    <a:pt x="4307" y="8436"/>
                    <a:pt x="4317" y="7985"/>
                  </a:cubicBezTo>
                  <a:cubicBezTo>
                    <a:pt x="4324" y="7643"/>
                    <a:pt x="4308" y="7301"/>
                    <a:pt x="4314" y="6958"/>
                  </a:cubicBezTo>
                  <a:cubicBezTo>
                    <a:pt x="4320" y="6657"/>
                    <a:pt x="4295" y="6297"/>
                    <a:pt x="4406" y="6014"/>
                  </a:cubicBezTo>
                  <a:cubicBezTo>
                    <a:pt x="4411" y="6003"/>
                    <a:pt x="4418" y="5994"/>
                    <a:pt x="4428" y="5985"/>
                  </a:cubicBezTo>
                  <a:cubicBezTo>
                    <a:pt x="4426" y="4487"/>
                    <a:pt x="4409" y="3070"/>
                    <a:pt x="4423" y="2532"/>
                  </a:cubicBezTo>
                  <a:cubicBezTo>
                    <a:pt x="4483" y="253"/>
                    <a:pt x="3152" y="1"/>
                    <a:pt x="2560" y="1"/>
                  </a:cubicBezTo>
                  <a:close/>
                </a:path>
              </a:pathLst>
            </a:custGeom>
            <a:solidFill>
              <a:srgbClr val="F3D1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6404400" y="4147560"/>
              <a:ext cx="21960" cy="440640"/>
            </a:xfrm>
            <a:custGeom>
              <a:rect b="b" l="l" r="r" t="t"/>
              <a:pathLst>
                <a:path extrusionOk="0" h="9202" w="466">
                  <a:moveTo>
                    <a:pt x="185" y="1"/>
                  </a:moveTo>
                  <a:cubicBezTo>
                    <a:pt x="171" y="1"/>
                    <a:pt x="156" y="11"/>
                    <a:pt x="155" y="27"/>
                  </a:cubicBezTo>
                  <a:cubicBezTo>
                    <a:pt x="42" y="1539"/>
                    <a:pt x="143" y="3057"/>
                    <a:pt x="133" y="4571"/>
                  </a:cubicBezTo>
                  <a:cubicBezTo>
                    <a:pt x="128" y="5320"/>
                    <a:pt x="121" y="6070"/>
                    <a:pt x="107" y="6819"/>
                  </a:cubicBezTo>
                  <a:cubicBezTo>
                    <a:pt x="91" y="7576"/>
                    <a:pt x="0" y="8363"/>
                    <a:pt x="95" y="9116"/>
                  </a:cubicBezTo>
                  <a:cubicBezTo>
                    <a:pt x="102" y="9166"/>
                    <a:pt x="152" y="9202"/>
                    <a:pt x="197" y="9202"/>
                  </a:cubicBezTo>
                  <a:cubicBezTo>
                    <a:pt x="229" y="9202"/>
                    <a:pt x="259" y="9183"/>
                    <a:pt x="267" y="9139"/>
                  </a:cubicBezTo>
                  <a:cubicBezTo>
                    <a:pt x="392" y="8422"/>
                    <a:pt x="345" y="7669"/>
                    <a:pt x="358" y="6943"/>
                  </a:cubicBezTo>
                  <a:cubicBezTo>
                    <a:pt x="371" y="6152"/>
                    <a:pt x="389" y="5362"/>
                    <a:pt x="395" y="4571"/>
                  </a:cubicBezTo>
                  <a:cubicBezTo>
                    <a:pt x="405" y="3053"/>
                    <a:pt x="466" y="1521"/>
                    <a:pt x="207" y="20"/>
                  </a:cubicBezTo>
                  <a:cubicBezTo>
                    <a:pt x="205" y="7"/>
                    <a:pt x="195" y="1"/>
                    <a:pt x="18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6206040" y="4183200"/>
              <a:ext cx="43920" cy="404280"/>
            </a:xfrm>
            <a:custGeom>
              <a:rect b="b" l="l" r="r" t="t"/>
              <a:pathLst>
                <a:path extrusionOk="0" h="8445" w="927">
                  <a:moveTo>
                    <a:pt x="165" y="1"/>
                  </a:moveTo>
                  <a:cubicBezTo>
                    <a:pt x="122" y="1"/>
                    <a:pt x="80" y="28"/>
                    <a:pt x="77" y="84"/>
                  </a:cubicBezTo>
                  <a:cubicBezTo>
                    <a:pt x="0" y="1484"/>
                    <a:pt x="109" y="2885"/>
                    <a:pt x="194" y="4284"/>
                  </a:cubicBezTo>
                  <a:cubicBezTo>
                    <a:pt x="237" y="4972"/>
                    <a:pt x="292" y="5659"/>
                    <a:pt x="377" y="6344"/>
                  </a:cubicBezTo>
                  <a:cubicBezTo>
                    <a:pt x="461" y="7008"/>
                    <a:pt x="505" y="7718"/>
                    <a:pt x="691" y="8361"/>
                  </a:cubicBezTo>
                  <a:cubicBezTo>
                    <a:pt x="707" y="8417"/>
                    <a:pt x="758" y="8444"/>
                    <a:pt x="808" y="8444"/>
                  </a:cubicBezTo>
                  <a:cubicBezTo>
                    <a:pt x="868" y="8444"/>
                    <a:pt x="927" y="8405"/>
                    <a:pt x="923" y="8329"/>
                  </a:cubicBezTo>
                  <a:cubicBezTo>
                    <a:pt x="885" y="7648"/>
                    <a:pt x="719" y="6960"/>
                    <a:pt x="634" y="6282"/>
                  </a:cubicBezTo>
                  <a:cubicBezTo>
                    <a:pt x="549" y="5596"/>
                    <a:pt x="464" y="4910"/>
                    <a:pt x="399" y="4222"/>
                  </a:cubicBezTo>
                  <a:cubicBezTo>
                    <a:pt x="267" y="2843"/>
                    <a:pt x="291" y="1466"/>
                    <a:pt x="249" y="84"/>
                  </a:cubicBezTo>
                  <a:cubicBezTo>
                    <a:pt x="248" y="28"/>
                    <a:pt x="206" y="1"/>
                    <a:pt x="16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6258960" y="3933720"/>
              <a:ext cx="155160" cy="127440"/>
            </a:xfrm>
            <a:custGeom>
              <a:rect b="b" l="l" r="r" t="t"/>
              <a:pathLst>
                <a:path extrusionOk="0" h="2663" w="3244">
                  <a:moveTo>
                    <a:pt x="1621" y="1"/>
                  </a:moveTo>
                  <a:cubicBezTo>
                    <a:pt x="1424" y="1"/>
                    <a:pt x="1232" y="28"/>
                    <a:pt x="1063" y="79"/>
                  </a:cubicBezTo>
                  <a:cubicBezTo>
                    <a:pt x="735" y="179"/>
                    <a:pt x="450" y="369"/>
                    <a:pt x="259" y="654"/>
                  </a:cubicBezTo>
                  <a:cubicBezTo>
                    <a:pt x="90" y="904"/>
                    <a:pt x="0" y="1220"/>
                    <a:pt x="45" y="1522"/>
                  </a:cubicBezTo>
                  <a:cubicBezTo>
                    <a:pt x="90" y="1839"/>
                    <a:pt x="285" y="2103"/>
                    <a:pt x="540" y="2290"/>
                  </a:cubicBezTo>
                  <a:cubicBezTo>
                    <a:pt x="860" y="2526"/>
                    <a:pt x="1254" y="2662"/>
                    <a:pt x="1646" y="2662"/>
                  </a:cubicBezTo>
                  <a:cubicBezTo>
                    <a:pt x="1915" y="2662"/>
                    <a:pt x="2183" y="2598"/>
                    <a:pt x="2424" y="2458"/>
                  </a:cubicBezTo>
                  <a:cubicBezTo>
                    <a:pt x="2989" y="2131"/>
                    <a:pt x="3244" y="1444"/>
                    <a:pt x="3046" y="868"/>
                  </a:cubicBezTo>
                  <a:cubicBezTo>
                    <a:pt x="2977" y="668"/>
                    <a:pt x="2856" y="490"/>
                    <a:pt x="2696" y="350"/>
                  </a:cubicBezTo>
                  <a:cubicBezTo>
                    <a:pt x="2423" y="110"/>
                    <a:pt x="2013" y="1"/>
                    <a:pt x="1621" y="1"/>
                  </a:cubicBezTo>
                  <a:close/>
                </a:path>
              </a:pathLst>
            </a:custGeom>
            <a:solidFill>
              <a:srgbClr val="A16138"/>
            </a:solidFill>
            <a:ln>
              <a:noFill/>
            </a:ln>
          </p:spPr>
          <p:txBody>
            <a:bodyPr anchorCtr="0" anchor="ctr" bIns="63700" lIns="91425" spcFirstLastPara="1" rIns="91425" wrap="square" tIns="63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6465960" y="4243680"/>
              <a:ext cx="25560" cy="390600"/>
            </a:xfrm>
            <a:custGeom>
              <a:rect b="b" l="l" r="r" t="t"/>
              <a:pathLst>
                <a:path extrusionOk="0" h="8158" w="537">
                  <a:moveTo>
                    <a:pt x="394" y="0"/>
                  </a:moveTo>
                  <a:cubicBezTo>
                    <a:pt x="373" y="0"/>
                    <a:pt x="351" y="13"/>
                    <a:pt x="344" y="38"/>
                  </a:cubicBezTo>
                  <a:cubicBezTo>
                    <a:pt x="247" y="337"/>
                    <a:pt x="277" y="696"/>
                    <a:pt x="262" y="1007"/>
                  </a:cubicBezTo>
                  <a:cubicBezTo>
                    <a:pt x="237" y="1618"/>
                    <a:pt x="211" y="2229"/>
                    <a:pt x="183" y="2840"/>
                  </a:cubicBezTo>
                  <a:cubicBezTo>
                    <a:pt x="124" y="4196"/>
                    <a:pt x="64" y="5553"/>
                    <a:pt x="18" y="6910"/>
                  </a:cubicBezTo>
                  <a:cubicBezTo>
                    <a:pt x="5" y="7313"/>
                    <a:pt x="0" y="7716"/>
                    <a:pt x="1" y="8118"/>
                  </a:cubicBezTo>
                  <a:cubicBezTo>
                    <a:pt x="1" y="8145"/>
                    <a:pt x="21" y="8158"/>
                    <a:pt x="41" y="8158"/>
                  </a:cubicBezTo>
                  <a:cubicBezTo>
                    <a:pt x="61" y="8158"/>
                    <a:pt x="81" y="8145"/>
                    <a:pt x="83" y="8118"/>
                  </a:cubicBezTo>
                  <a:cubicBezTo>
                    <a:pt x="209" y="5814"/>
                    <a:pt x="335" y="3511"/>
                    <a:pt x="437" y="1206"/>
                  </a:cubicBezTo>
                  <a:cubicBezTo>
                    <a:pt x="454" y="840"/>
                    <a:pt x="537" y="398"/>
                    <a:pt x="442" y="38"/>
                  </a:cubicBezTo>
                  <a:cubicBezTo>
                    <a:pt x="435" y="12"/>
                    <a:pt x="415" y="0"/>
                    <a:pt x="39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5993640" y="4614480"/>
              <a:ext cx="34200" cy="32400"/>
            </a:xfrm>
            <a:custGeom>
              <a:rect b="b" l="l" r="r" t="t"/>
              <a:pathLst>
                <a:path extrusionOk="0" h="681" w="722">
                  <a:moveTo>
                    <a:pt x="626" y="0"/>
                  </a:moveTo>
                  <a:cubicBezTo>
                    <a:pt x="619" y="0"/>
                    <a:pt x="611" y="0"/>
                    <a:pt x="603" y="1"/>
                  </a:cubicBezTo>
                  <a:cubicBezTo>
                    <a:pt x="588" y="5"/>
                    <a:pt x="572" y="10"/>
                    <a:pt x="557" y="14"/>
                  </a:cubicBezTo>
                  <a:cubicBezTo>
                    <a:pt x="521" y="28"/>
                    <a:pt x="486" y="45"/>
                    <a:pt x="454" y="68"/>
                  </a:cubicBezTo>
                  <a:cubicBezTo>
                    <a:pt x="390" y="107"/>
                    <a:pt x="330" y="152"/>
                    <a:pt x="275" y="202"/>
                  </a:cubicBezTo>
                  <a:cubicBezTo>
                    <a:pt x="228" y="249"/>
                    <a:pt x="182" y="299"/>
                    <a:pt x="141" y="351"/>
                  </a:cubicBezTo>
                  <a:cubicBezTo>
                    <a:pt x="116" y="382"/>
                    <a:pt x="92" y="413"/>
                    <a:pt x="70" y="445"/>
                  </a:cubicBezTo>
                  <a:cubicBezTo>
                    <a:pt x="49" y="476"/>
                    <a:pt x="32" y="509"/>
                    <a:pt x="19" y="542"/>
                  </a:cubicBezTo>
                  <a:cubicBezTo>
                    <a:pt x="0" y="585"/>
                    <a:pt x="4" y="632"/>
                    <a:pt x="42" y="661"/>
                  </a:cubicBezTo>
                  <a:cubicBezTo>
                    <a:pt x="58" y="673"/>
                    <a:pt x="80" y="680"/>
                    <a:pt x="101" y="680"/>
                  </a:cubicBezTo>
                  <a:cubicBezTo>
                    <a:pt x="124" y="680"/>
                    <a:pt x="147" y="672"/>
                    <a:pt x="163" y="654"/>
                  </a:cubicBezTo>
                  <a:cubicBezTo>
                    <a:pt x="184" y="630"/>
                    <a:pt x="208" y="607"/>
                    <a:pt x="229" y="581"/>
                  </a:cubicBezTo>
                  <a:cubicBezTo>
                    <a:pt x="250" y="555"/>
                    <a:pt x="271" y="529"/>
                    <a:pt x="293" y="504"/>
                  </a:cubicBezTo>
                  <a:cubicBezTo>
                    <a:pt x="336" y="455"/>
                    <a:pt x="382" y="408"/>
                    <a:pt x="431" y="365"/>
                  </a:cubicBezTo>
                  <a:cubicBezTo>
                    <a:pt x="480" y="321"/>
                    <a:pt x="526" y="275"/>
                    <a:pt x="577" y="233"/>
                  </a:cubicBezTo>
                  <a:lnTo>
                    <a:pt x="594" y="220"/>
                  </a:lnTo>
                  <a:cubicBezTo>
                    <a:pt x="596" y="219"/>
                    <a:pt x="597" y="218"/>
                    <a:pt x="596" y="218"/>
                  </a:cubicBezTo>
                  <a:lnTo>
                    <a:pt x="596" y="218"/>
                  </a:lnTo>
                  <a:cubicBezTo>
                    <a:pt x="596" y="218"/>
                    <a:pt x="596" y="218"/>
                    <a:pt x="596" y="218"/>
                  </a:cubicBezTo>
                  <a:lnTo>
                    <a:pt x="596" y="218"/>
                  </a:lnTo>
                  <a:cubicBezTo>
                    <a:pt x="597" y="218"/>
                    <a:pt x="598" y="217"/>
                    <a:pt x="599" y="217"/>
                  </a:cubicBezTo>
                  <a:cubicBezTo>
                    <a:pt x="618" y="202"/>
                    <a:pt x="636" y="187"/>
                    <a:pt x="652" y="170"/>
                  </a:cubicBezTo>
                  <a:cubicBezTo>
                    <a:pt x="662" y="159"/>
                    <a:pt x="673" y="148"/>
                    <a:pt x="682" y="136"/>
                  </a:cubicBezTo>
                  <a:cubicBezTo>
                    <a:pt x="696" y="119"/>
                    <a:pt x="706" y="98"/>
                    <a:pt x="712" y="77"/>
                  </a:cubicBezTo>
                  <a:cubicBezTo>
                    <a:pt x="722" y="45"/>
                    <a:pt x="703" y="13"/>
                    <a:pt x="672" y="5"/>
                  </a:cubicBezTo>
                  <a:cubicBezTo>
                    <a:pt x="656" y="2"/>
                    <a:pt x="641" y="0"/>
                    <a:pt x="626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6200" lIns="91425" spcFirstLastPara="1" rIns="91425" wrap="square" tIns="1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6020640" y="4624560"/>
              <a:ext cx="27360" cy="25200"/>
            </a:xfrm>
            <a:custGeom>
              <a:rect b="b" l="l" r="r" t="t"/>
              <a:pathLst>
                <a:path extrusionOk="0" h="534" w="578">
                  <a:moveTo>
                    <a:pt x="533" y="1"/>
                  </a:moveTo>
                  <a:cubicBezTo>
                    <a:pt x="478" y="2"/>
                    <a:pt x="423" y="31"/>
                    <a:pt x="377" y="58"/>
                  </a:cubicBezTo>
                  <a:cubicBezTo>
                    <a:pt x="329" y="89"/>
                    <a:pt x="283" y="123"/>
                    <a:pt x="238" y="159"/>
                  </a:cubicBezTo>
                  <a:cubicBezTo>
                    <a:pt x="198" y="192"/>
                    <a:pt x="159" y="230"/>
                    <a:pt x="127" y="274"/>
                  </a:cubicBezTo>
                  <a:cubicBezTo>
                    <a:pt x="90" y="318"/>
                    <a:pt x="55" y="363"/>
                    <a:pt x="23" y="412"/>
                  </a:cubicBezTo>
                  <a:cubicBezTo>
                    <a:pt x="0" y="451"/>
                    <a:pt x="13" y="500"/>
                    <a:pt x="52" y="524"/>
                  </a:cubicBezTo>
                  <a:cubicBezTo>
                    <a:pt x="64" y="530"/>
                    <a:pt x="78" y="533"/>
                    <a:pt x="91" y="533"/>
                  </a:cubicBezTo>
                  <a:cubicBezTo>
                    <a:pt x="120" y="533"/>
                    <a:pt x="148" y="519"/>
                    <a:pt x="163" y="494"/>
                  </a:cubicBezTo>
                  <a:cubicBezTo>
                    <a:pt x="177" y="474"/>
                    <a:pt x="192" y="452"/>
                    <a:pt x="207" y="433"/>
                  </a:cubicBezTo>
                  <a:lnTo>
                    <a:pt x="207" y="433"/>
                  </a:lnTo>
                  <a:cubicBezTo>
                    <a:pt x="207" y="433"/>
                    <a:pt x="207" y="433"/>
                    <a:pt x="207" y="433"/>
                  </a:cubicBezTo>
                  <a:cubicBezTo>
                    <a:pt x="207" y="433"/>
                    <a:pt x="208" y="432"/>
                    <a:pt x="211" y="429"/>
                  </a:cubicBezTo>
                  <a:cubicBezTo>
                    <a:pt x="215" y="423"/>
                    <a:pt x="219" y="417"/>
                    <a:pt x="224" y="411"/>
                  </a:cubicBezTo>
                  <a:cubicBezTo>
                    <a:pt x="231" y="402"/>
                    <a:pt x="240" y="393"/>
                    <a:pt x="248" y="384"/>
                  </a:cubicBezTo>
                  <a:cubicBezTo>
                    <a:pt x="280" y="345"/>
                    <a:pt x="317" y="309"/>
                    <a:pt x="352" y="272"/>
                  </a:cubicBezTo>
                  <a:cubicBezTo>
                    <a:pt x="386" y="235"/>
                    <a:pt x="420" y="201"/>
                    <a:pt x="457" y="167"/>
                  </a:cubicBezTo>
                  <a:cubicBezTo>
                    <a:pt x="477" y="151"/>
                    <a:pt x="495" y="135"/>
                    <a:pt x="513" y="116"/>
                  </a:cubicBezTo>
                  <a:cubicBezTo>
                    <a:pt x="532" y="98"/>
                    <a:pt x="548" y="76"/>
                    <a:pt x="564" y="55"/>
                  </a:cubicBezTo>
                  <a:cubicBezTo>
                    <a:pt x="577" y="31"/>
                    <a:pt x="560" y="1"/>
                    <a:pt x="533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2600" lIns="91425" spcFirstLastPara="1" rIns="91425" wrap="square" tIns="12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6219000" y="4651560"/>
              <a:ext cx="16200" cy="29160"/>
            </a:xfrm>
            <a:custGeom>
              <a:rect b="b" l="l" r="r" t="t"/>
              <a:pathLst>
                <a:path extrusionOk="0" h="615" w="342">
                  <a:moveTo>
                    <a:pt x="97" y="1"/>
                  </a:moveTo>
                  <a:cubicBezTo>
                    <a:pt x="74" y="1"/>
                    <a:pt x="50" y="8"/>
                    <a:pt x="37" y="25"/>
                  </a:cubicBezTo>
                  <a:cubicBezTo>
                    <a:pt x="14" y="54"/>
                    <a:pt x="1" y="79"/>
                    <a:pt x="4" y="117"/>
                  </a:cubicBezTo>
                  <a:cubicBezTo>
                    <a:pt x="7" y="143"/>
                    <a:pt x="12" y="169"/>
                    <a:pt x="19" y="194"/>
                  </a:cubicBezTo>
                  <a:cubicBezTo>
                    <a:pt x="28" y="234"/>
                    <a:pt x="40" y="273"/>
                    <a:pt x="55" y="312"/>
                  </a:cubicBezTo>
                  <a:cubicBezTo>
                    <a:pt x="82" y="389"/>
                    <a:pt x="110" y="464"/>
                    <a:pt x="137" y="541"/>
                  </a:cubicBezTo>
                  <a:cubicBezTo>
                    <a:pt x="151" y="582"/>
                    <a:pt x="189" y="615"/>
                    <a:pt x="232" y="615"/>
                  </a:cubicBezTo>
                  <a:cubicBezTo>
                    <a:pt x="241" y="615"/>
                    <a:pt x="250" y="613"/>
                    <a:pt x="259" y="610"/>
                  </a:cubicBezTo>
                  <a:cubicBezTo>
                    <a:pt x="311" y="595"/>
                    <a:pt x="342" y="541"/>
                    <a:pt x="329" y="488"/>
                  </a:cubicBezTo>
                  <a:lnTo>
                    <a:pt x="264" y="255"/>
                  </a:lnTo>
                  <a:cubicBezTo>
                    <a:pt x="255" y="216"/>
                    <a:pt x="241" y="178"/>
                    <a:pt x="227" y="141"/>
                  </a:cubicBezTo>
                  <a:cubicBezTo>
                    <a:pt x="205" y="82"/>
                    <a:pt x="186" y="23"/>
                    <a:pt x="119" y="3"/>
                  </a:cubicBezTo>
                  <a:cubicBezTo>
                    <a:pt x="112" y="2"/>
                    <a:pt x="105" y="1"/>
                    <a:pt x="97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6236280" y="4640040"/>
              <a:ext cx="12240" cy="29880"/>
            </a:xfrm>
            <a:custGeom>
              <a:rect b="b" l="l" r="r" t="t"/>
              <a:pathLst>
                <a:path extrusionOk="0" h="630" w="262">
                  <a:moveTo>
                    <a:pt x="89" y="0"/>
                  </a:moveTo>
                  <a:cubicBezTo>
                    <a:pt x="86" y="0"/>
                    <a:pt x="82" y="0"/>
                    <a:pt x="79" y="1"/>
                  </a:cubicBezTo>
                  <a:cubicBezTo>
                    <a:pt x="1" y="12"/>
                    <a:pt x="13" y="104"/>
                    <a:pt x="20" y="160"/>
                  </a:cubicBezTo>
                  <a:cubicBezTo>
                    <a:pt x="27" y="209"/>
                    <a:pt x="45" y="257"/>
                    <a:pt x="58" y="306"/>
                  </a:cubicBezTo>
                  <a:cubicBezTo>
                    <a:pt x="82" y="398"/>
                    <a:pt x="113" y="489"/>
                    <a:pt x="135" y="584"/>
                  </a:cubicBezTo>
                  <a:cubicBezTo>
                    <a:pt x="142" y="615"/>
                    <a:pt x="168" y="630"/>
                    <a:pt x="194" y="630"/>
                  </a:cubicBezTo>
                  <a:cubicBezTo>
                    <a:pt x="227" y="630"/>
                    <a:pt x="262" y="607"/>
                    <a:pt x="262" y="566"/>
                  </a:cubicBezTo>
                  <a:cubicBezTo>
                    <a:pt x="262" y="469"/>
                    <a:pt x="261" y="366"/>
                    <a:pt x="241" y="270"/>
                  </a:cubicBezTo>
                  <a:cubicBezTo>
                    <a:pt x="234" y="222"/>
                    <a:pt x="222" y="177"/>
                    <a:pt x="208" y="131"/>
                  </a:cubicBezTo>
                  <a:cubicBezTo>
                    <a:pt x="189" y="79"/>
                    <a:pt x="153" y="0"/>
                    <a:pt x="89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6420960" y="4643640"/>
              <a:ext cx="9000" cy="30960"/>
            </a:xfrm>
            <a:custGeom>
              <a:rect b="b" l="l" r="r" t="t"/>
              <a:pathLst>
                <a:path extrusionOk="0" h="657" w="194">
                  <a:moveTo>
                    <a:pt x="112" y="1"/>
                  </a:moveTo>
                  <a:cubicBezTo>
                    <a:pt x="99" y="1"/>
                    <a:pt x="85" y="6"/>
                    <a:pt x="75" y="16"/>
                  </a:cubicBezTo>
                  <a:cubicBezTo>
                    <a:pt x="56" y="35"/>
                    <a:pt x="41" y="59"/>
                    <a:pt x="38" y="85"/>
                  </a:cubicBezTo>
                  <a:cubicBezTo>
                    <a:pt x="33" y="113"/>
                    <a:pt x="27" y="140"/>
                    <a:pt x="24" y="168"/>
                  </a:cubicBezTo>
                  <a:cubicBezTo>
                    <a:pt x="20" y="212"/>
                    <a:pt x="18" y="258"/>
                    <a:pt x="15" y="302"/>
                  </a:cubicBezTo>
                  <a:cubicBezTo>
                    <a:pt x="8" y="395"/>
                    <a:pt x="4" y="489"/>
                    <a:pt x="0" y="582"/>
                  </a:cubicBezTo>
                  <a:cubicBezTo>
                    <a:pt x="0" y="619"/>
                    <a:pt x="28" y="650"/>
                    <a:pt x="65" y="656"/>
                  </a:cubicBezTo>
                  <a:cubicBezTo>
                    <a:pt x="68" y="656"/>
                    <a:pt x="70" y="657"/>
                    <a:pt x="73" y="657"/>
                  </a:cubicBezTo>
                  <a:cubicBezTo>
                    <a:pt x="105" y="657"/>
                    <a:pt x="141" y="637"/>
                    <a:pt x="148" y="602"/>
                  </a:cubicBezTo>
                  <a:cubicBezTo>
                    <a:pt x="166" y="504"/>
                    <a:pt x="178" y="406"/>
                    <a:pt x="185" y="308"/>
                  </a:cubicBezTo>
                  <a:cubicBezTo>
                    <a:pt x="188" y="261"/>
                    <a:pt x="193" y="215"/>
                    <a:pt x="192" y="168"/>
                  </a:cubicBezTo>
                  <a:cubicBezTo>
                    <a:pt x="192" y="144"/>
                    <a:pt x="188" y="119"/>
                    <a:pt x="186" y="95"/>
                  </a:cubicBezTo>
                  <a:cubicBezTo>
                    <a:pt x="186" y="79"/>
                    <a:pt x="182" y="62"/>
                    <a:pt x="175" y="48"/>
                  </a:cubicBezTo>
                  <a:cubicBezTo>
                    <a:pt x="167" y="36"/>
                    <a:pt x="158" y="27"/>
                    <a:pt x="150" y="16"/>
                  </a:cubicBezTo>
                  <a:cubicBezTo>
                    <a:pt x="139" y="6"/>
                    <a:pt x="126" y="1"/>
                    <a:pt x="112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5475" lIns="91425" spcFirstLastPara="1" rIns="91425" wrap="square" tIns="15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6436800" y="4650480"/>
              <a:ext cx="10080" cy="23400"/>
            </a:xfrm>
            <a:custGeom>
              <a:rect b="b" l="l" r="r" t="t"/>
              <a:pathLst>
                <a:path extrusionOk="0" h="496" w="215">
                  <a:moveTo>
                    <a:pt x="137" y="0"/>
                  </a:moveTo>
                  <a:cubicBezTo>
                    <a:pt x="116" y="0"/>
                    <a:pt x="96" y="12"/>
                    <a:pt x="84" y="31"/>
                  </a:cubicBezTo>
                  <a:cubicBezTo>
                    <a:pt x="66" y="63"/>
                    <a:pt x="54" y="98"/>
                    <a:pt x="49" y="134"/>
                  </a:cubicBezTo>
                  <a:cubicBezTo>
                    <a:pt x="43" y="168"/>
                    <a:pt x="37" y="204"/>
                    <a:pt x="33" y="240"/>
                  </a:cubicBezTo>
                  <a:cubicBezTo>
                    <a:pt x="31" y="254"/>
                    <a:pt x="30" y="270"/>
                    <a:pt x="29" y="284"/>
                  </a:cubicBezTo>
                  <a:cubicBezTo>
                    <a:pt x="29" y="287"/>
                    <a:pt x="27" y="302"/>
                    <a:pt x="26" y="302"/>
                  </a:cubicBezTo>
                  <a:cubicBezTo>
                    <a:pt x="26" y="302"/>
                    <a:pt x="26" y="300"/>
                    <a:pt x="27" y="296"/>
                  </a:cubicBezTo>
                  <a:lnTo>
                    <a:pt x="27" y="296"/>
                  </a:lnTo>
                  <a:cubicBezTo>
                    <a:pt x="25" y="304"/>
                    <a:pt x="25" y="311"/>
                    <a:pt x="24" y="318"/>
                  </a:cubicBezTo>
                  <a:cubicBezTo>
                    <a:pt x="19" y="350"/>
                    <a:pt x="13" y="384"/>
                    <a:pt x="6" y="416"/>
                  </a:cubicBezTo>
                  <a:cubicBezTo>
                    <a:pt x="0" y="448"/>
                    <a:pt x="16" y="487"/>
                    <a:pt x="50" y="494"/>
                  </a:cubicBezTo>
                  <a:cubicBezTo>
                    <a:pt x="56" y="495"/>
                    <a:pt x="61" y="496"/>
                    <a:pt x="66" y="496"/>
                  </a:cubicBezTo>
                  <a:cubicBezTo>
                    <a:pt x="94" y="496"/>
                    <a:pt x="120" y="478"/>
                    <a:pt x="128" y="450"/>
                  </a:cubicBezTo>
                  <a:lnTo>
                    <a:pt x="128" y="451"/>
                  </a:lnTo>
                  <a:cubicBezTo>
                    <a:pt x="152" y="390"/>
                    <a:pt x="174" y="327"/>
                    <a:pt x="191" y="264"/>
                  </a:cubicBezTo>
                  <a:cubicBezTo>
                    <a:pt x="199" y="233"/>
                    <a:pt x="204" y="202"/>
                    <a:pt x="207" y="169"/>
                  </a:cubicBezTo>
                  <a:cubicBezTo>
                    <a:pt x="214" y="128"/>
                    <a:pt x="211" y="86"/>
                    <a:pt x="199" y="46"/>
                  </a:cubicBezTo>
                  <a:cubicBezTo>
                    <a:pt x="192" y="22"/>
                    <a:pt x="171" y="4"/>
                    <a:pt x="146" y="1"/>
                  </a:cubicBezTo>
                  <a:cubicBezTo>
                    <a:pt x="143" y="0"/>
                    <a:pt x="140" y="0"/>
                    <a:pt x="137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6588360" y="4656960"/>
              <a:ext cx="35640" cy="17640"/>
            </a:xfrm>
            <a:custGeom>
              <a:rect b="b" l="l" r="r" t="t"/>
              <a:pathLst>
                <a:path extrusionOk="0" h="372" w="754">
                  <a:moveTo>
                    <a:pt x="98" y="0"/>
                  </a:moveTo>
                  <a:cubicBezTo>
                    <a:pt x="36" y="0"/>
                    <a:pt x="1" y="102"/>
                    <a:pt x="65" y="133"/>
                  </a:cubicBezTo>
                  <a:lnTo>
                    <a:pt x="65" y="132"/>
                  </a:lnTo>
                  <a:lnTo>
                    <a:pt x="355" y="269"/>
                  </a:lnTo>
                  <a:cubicBezTo>
                    <a:pt x="406" y="293"/>
                    <a:pt x="458" y="313"/>
                    <a:pt x="510" y="332"/>
                  </a:cubicBezTo>
                  <a:cubicBezTo>
                    <a:pt x="562" y="351"/>
                    <a:pt x="613" y="372"/>
                    <a:pt x="669" y="372"/>
                  </a:cubicBezTo>
                  <a:cubicBezTo>
                    <a:pt x="670" y="372"/>
                    <a:pt x="672" y="372"/>
                    <a:pt x="673" y="372"/>
                  </a:cubicBezTo>
                  <a:cubicBezTo>
                    <a:pt x="727" y="370"/>
                    <a:pt x="753" y="307"/>
                    <a:pt x="716" y="267"/>
                  </a:cubicBezTo>
                  <a:cubicBezTo>
                    <a:pt x="678" y="228"/>
                    <a:pt x="630" y="205"/>
                    <a:pt x="580" y="182"/>
                  </a:cubicBezTo>
                  <a:cubicBezTo>
                    <a:pt x="527" y="157"/>
                    <a:pt x="476" y="135"/>
                    <a:pt x="421" y="114"/>
                  </a:cubicBezTo>
                  <a:lnTo>
                    <a:pt x="120" y="4"/>
                  </a:lnTo>
                  <a:cubicBezTo>
                    <a:pt x="113" y="1"/>
                    <a:pt x="105" y="0"/>
                    <a:pt x="98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000" lIns="91425" spcFirstLastPara="1" rIns="91425" wrap="square" tIns="9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6603840" y="4648320"/>
              <a:ext cx="25200" cy="20160"/>
            </a:xfrm>
            <a:custGeom>
              <a:rect b="b" l="l" r="r" t="t"/>
              <a:pathLst>
                <a:path extrusionOk="0" h="426" w="535">
                  <a:moveTo>
                    <a:pt x="111" y="0"/>
                  </a:moveTo>
                  <a:cubicBezTo>
                    <a:pt x="78" y="0"/>
                    <a:pt x="46" y="17"/>
                    <a:pt x="27" y="48"/>
                  </a:cubicBezTo>
                  <a:cubicBezTo>
                    <a:pt x="1" y="95"/>
                    <a:pt x="17" y="154"/>
                    <a:pt x="62" y="183"/>
                  </a:cubicBezTo>
                  <a:lnTo>
                    <a:pt x="61" y="183"/>
                  </a:lnTo>
                  <a:cubicBezTo>
                    <a:pt x="91" y="203"/>
                    <a:pt x="119" y="223"/>
                    <a:pt x="148" y="245"/>
                  </a:cubicBezTo>
                  <a:cubicBezTo>
                    <a:pt x="163" y="256"/>
                    <a:pt x="177" y="265"/>
                    <a:pt x="190" y="276"/>
                  </a:cubicBezTo>
                  <a:lnTo>
                    <a:pt x="201" y="284"/>
                  </a:lnTo>
                  <a:cubicBezTo>
                    <a:pt x="201" y="285"/>
                    <a:pt x="202" y="285"/>
                    <a:pt x="203" y="286"/>
                  </a:cubicBezTo>
                  <a:lnTo>
                    <a:pt x="203" y="286"/>
                  </a:lnTo>
                  <a:cubicBezTo>
                    <a:pt x="204" y="287"/>
                    <a:pt x="205" y="287"/>
                    <a:pt x="206" y="288"/>
                  </a:cubicBezTo>
                  <a:lnTo>
                    <a:pt x="218" y="297"/>
                  </a:lnTo>
                  <a:cubicBezTo>
                    <a:pt x="251" y="324"/>
                    <a:pt x="282" y="350"/>
                    <a:pt x="317" y="373"/>
                  </a:cubicBezTo>
                  <a:cubicBezTo>
                    <a:pt x="337" y="385"/>
                    <a:pt x="360" y="394"/>
                    <a:pt x="383" y="403"/>
                  </a:cubicBezTo>
                  <a:lnTo>
                    <a:pt x="404" y="411"/>
                  </a:lnTo>
                  <a:cubicBezTo>
                    <a:pt x="407" y="412"/>
                    <a:pt x="407" y="413"/>
                    <a:pt x="407" y="413"/>
                  </a:cubicBezTo>
                  <a:cubicBezTo>
                    <a:pt x="407" y="413"/>
                    <a:pt x="400" y="410"/>
                    <a:pt x="399" y="410"/>
                  </a:cubicBezTo>
                  <a:lnTo>
                    <a:pt x="399" y="410"/>
                  </a:lnTo>
                  <a:cubicBezTo>
                    <a:pt x="399" y="410"/>
                    <a:pt x="400" y="410"/>
                    <a:pt x="402" y="411"/>
                  </a:cubicBezTo>
                  <a:lnTo>
                    <a:pt x="417" y="417"/>
                  </a:lnTo>
                  <a:cubicBezTo>
                    <a:pt x="431" y="422"/>
                    <a:pt x="445" y="426"/>
                    <a:pt x="459" y="426"/>
                  </a:cubicBezTo>
                  <a:cubicBezTo>
                    <a:pt x="476" y="426"/>
                    <a:pt x="494" y="420"/>
                    <a:pt x="507" y="405"/>
                  </a:cubicBezTo>
                  <a:cubicBezTo>
                    <a:pt x="531" y="381"/>
                    <a:pt x="535" y="344"/>
                    <a:pt x="519" y="315"/>
                  </a:cubicBezTo>
                  <a:cubicBezTo>
                    <a:pt x="498" y="279"/>
                    <a:pt x="474" y="246"/>
                    <a:pt x="446" y="216"/>
                  </a:cubicBezTo>
                  <a:cubicBezTo>
                    <a:pt x="415" y="186"/>
                    <a:pt x="380" y="159"/>
                    <a:pt x="344" y="135"/>
                  </a:cubicBezTo>
                  <a:cubicBezTo>
                    <a:pt x="285" y="93"/>
                    <a:pt x="224" y="52"/>
                    <a:pt x="160" y="14"/>
                  </a:cubicBezTo>
                  <a:cubicBezTo>
                    <a:pt x="145" y="5"/>
                    <a:pt x="128" y="0"/>
                    <a:pt x="111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10075" lIns="91425" spcFirstLastPara="1" rIns="91425" wrap="square" tIns="1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5846400" y="3426480"/>
              <a:ext cx="188640" cy="159480"/>
            </a:xfrm>
            <a:custGeom>
              <a:rect b="b" l="l" r="r" t="t"/>
              <a:pathLst>
                <a:path extrusionOk="0" h="3333" w="3939">
                  <a:moveTo>
                    <a:pt x="3938" y="1397"/>
                  </a:moveTo>
                  <a:cubicBezTo>
                    <a:pt x="3938" y="1397"/>
                    <a:pt x="3268" y="899"/>
                    <a:pt x="2193" y="449"/>
                  </a:cubicBezTo>
                  <a:cubicBezTo>
                    <a:pt x="1118" y="1"/>
                    <a:pt x="11" y="266"/>
                    <a:pt x="6" y="299"/>
                  </a:cubicBezTo>
                  <a:cubicBezTo>
                    <a:pt x="0" y="330"/>
                    <a:pt x="684" y="2350"/>
                    <a:pt x="1556" y="2842"/>
                  </a:cubicBezTo>
                  <a:cubicBezTo>
                    <a:pt x="2429" y="3333"/>
                    <a:pt x="3806" y="3072"/>
                    <a:pt x="3806" y="3072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100000">
                  <a:srgbClr val="FFE8ED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79900" lIns="91425" spcFirstLastPara="1" rIns="91425" wrap="square" tIns="79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6024960" y="3421440"/>
              <a:ext cx="33120" cy="182160"/>
            </a:xfrm>
            <a:custGeom>
              <a:rect b="b" l="l" r="r" t="t"/>
              <a:pathLst>
                <a:path extrusionOk="0" h="3809" w="700">
                  <a:moveTo>
                    <a:pt x="655" y="1"/>
                  </a:moveTo>
                  <a:cubicBezTo>
                    <a:pt x="648" y="1"/>
                    <a:pt x="640" y="3"/>
                    <a:pt x="633" y="7"/>
                  </a:cubicBezTo>
                  <a:cubicBezTo>
                    <a:pt x="508" y="81"/>
                    <a:pt x="457" y="223"/>
                    <a:pt x="399" y="353"/>
                  </a:cubicBezTo>
                  <a:cubicBezTo>
                    <a:pt x="332" y="500"/>
                    <a:pt x="268" y="652"/>
                    <a:pt x="213" y="803"/>
                  </a:cubicBezTo>
                  <a:cubicBezTo>
                    <a:pt x="105" y="1103"/>
                    <a:pt x="59" y="1429"/>
                    <a:pt x="32" y="1746"/>
                  </a:cubicBezTo>
                  <a:cubicBezTo>
                    <a:pt x="1" y="2110"/>
                    <a:pt x="14" y="2472"/>
                    <a:pt x="47" y="2835"/>
                  </a:cubicBezTo>
                  <a:cubicBezTo>
                    <a:pt x="64" y="3018"/>
                    <a:pt x="86" y="3200"/>
                    <a:pt x="112" y="3382"/>
                  </a:cubicBezTo>
                  <a:cubicBezTo>
                    <a:pt x="124" y="3469"/>
                    <a:pt x="125" y="3592"/>
                    <a:pt x="168" y="3671"/>
                  </a:cubicBezTo>
                  <a:cubicBezTo>
                    <a:pt x="197" y="3724"/>
                    <a:pt x="240" y="3757"/>
                    <a:pt x="282" y="3802"/>
                  </a:cubicBezTo>
                  <a:cubicBezTo>
                    <a:pt x="286" y="3807"/>
                    <a:pt x="291" y="3809"/>
                    <a:pt x="297" y="3809"/>
                  </a:cubicBezTo>
                  <a:cubicBezTo>
                    <a:pt x="304" y="3809"/>
                    <a:pt x="312" y="3805"/>
                    <a:pt x="317" y="3797"/>
                  </a:cubicBezTo>
                  <a:cubicBezTo>
                    <a:pt x="373" y="3667"/>
                    <a:pt x="387" y="3611"/>
                    <a:pt x="369" y="3462"/>
                  </a:cubicBezTo>
                  <a:cubicBezTo>
                    <a:pt x="348" y="3277"/>
                    <a:pt x="321" y="3094"/>
                    <a:pt x="305" y="2908"/>
                  </a:cubicBezTo>
                  <a:cubicBezTo>
                    <a:pt x="272" y="2555"/>
                    <a:pt x="265" y="2199"/>
                    <a:pt x="284" y="1844"/>
                  </a:cubicBezTo>
                  <a:cubicBezTo>
                    <a:pt x="301" y="1523"/>
                    <a:pt x="356" y="1210"/>
                    <a:pt x="427" y="896"/>
                  </a:cubicBezTo>
                  <a:cubicBezTo>
                    <a:pt x="460" y="744"/>
                    <a:pt x="497" y="599"/>
                    <a:pt x="555" y="453"/>
                  </a:cubicBezTo>
                  <a:cubicBezTo>
                    <a:pt x="607" y="320"/>
                    <a:pt x="700" y="191"/>
                    <a:pt x="698" y="44"/>
                  </a:cubicBezTo>
                  <a:cubicBezTo>
                    <a:pt x="698" y="18"/>
                    <a:pt x="678" y="1"/>
                    <a:pt x="655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91075" lIns="91425" spcFirstLastPara="1" rIns="91425" wrap="square" tIns="91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5794200" y="3409920"/>
              <a:ext cx="239040" cy="90720"/>
            </a:xfrm>
            <a:custGeom>
              <a:rect b="b" l="l" r="r" t="t"/>
              <a:pathLst>
                <a:path extrusionOk="0" h="1902" w="4994">
                  <a:moveTo>
                    <a:pt x="128" y="0"/>
                  </a:moveTo>
                  <a:cubicBezTo>
                    <a:pt x="1" y="0"/>
                    <a:pt x="6" y="207"/>
                    <a:pt x="135" y="219"/>
                  </a:cubicBezTo>
                  <a:cubicBezTo>
                    <a:pt x="1056" y="313"/>
                    <a:pt x="1995" y="398"/>
                    <a:pt x="2880" y="696"/>
                  </a:cubicBezTo>
                  <a:cubicBezTo>
                    <a:pt x="3261" y="820"/>
                    <a:pt x="3624" y="992"/>
                    <a:pt x="3962" y="1205"/>
                  </a:cubicBezTo>
                  <a:cubicBezTo>
                    <a:pt x="4148" y="1322"/>
                    <a:pt x="4318" y="1457"/>
                    <a:pt x="4488" y="1600"/>
                  </a:cubicBezTo>
                  <a:cubicBezTo>
                    <a:pt x="4616" y="1709"/>
                    <a:pt x="4742" y="1834"/>
                    <a:pt x="4897" y="1898"/>
                  </a:cubicBezTo>
                  <a:cubicBezTo>
                    <a:pt x="4904" y="1900"/>
                    <a:pt x="4910" y="1901"/>
                    <a:pt x="4917" y="1901"/>
                  </a:cubicBezTo>
                  <a:cubicBezTo>
                    <a:pt x="4959" y="1901"/>
                    <a:pt x="4994" y="1851"/>
                    <a:pt x="4982" y="1808"/>
                  </a:cubicBezTo>
                  <a:cubicBezTo>
                    <a:pt x="4882" y="1444"/>
                    <a:pt x="4460" y="1172"/>
                    <a:pt x="4172" y="986"/>
                  </a:cubicBezTo>
                  <a:cubicBezTo>
                    <a:pt x="3815" y="752"/>
                    <a:pt x="3425" y="575"/>
                    <a:pt x="3026" y="440"/>
                  </a:cubicBezTo>
                  <a:cubicBezTo>
                    <a:pt x="2092" y="124"/>
                    <a:pt x="1109" y="56"/>
                    <a:pt x="135" y="0"/>
                  </a:cubicBezTo>
                  <a:cubicBezTo>
                    <a:pt x="132" y="0"/>
                    <a:pt x="130" y="0"/>
                    <a:pt x="128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45350" lIns="91425" spcFirstLastPara="1" rIns="91425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6420240" y="3294360"/>
              <a:ext cx="176040" cy="179280"/>
            </a:xfrm>
            <a:custGeom>
              <a:rect b="b" l="l" r="r" t="t"/>
              <a:pathLst>
                <a:path extrusionOk="0" h="3744" w="3683">
                  <a:moveTo>
                    <a:pt x="0" y="2044"/>
                  </a:moveTo>
                  <a:cubicBezTo>
                    <a:pt x="0" y="2044"/>
                    <a:pt x="474" y="1487"/>
                    <a:pt x="1384" y="761"/>
                  </a:cubicBezTo>
                  <a:cubicBezTo>
                    <a:pt x="2295" y="33"/>
                    <a:pt x="3654" y="1"/>
                    <a:pt x="3668" y="31"/>
                  </a:cubicBezTo>
                  <a:cubicBezTo>
                    <a:pt x="3682" y="60"/>
                    <a:pt x="3581" y="2190"/>
                    <a:pt x="2877" y="2903"/>
                  </a:cubicBezTo>
                  <a:cubicBezTo>
                    <a:pt x="2173" y="3617"/>
                    <a:pt x="776" y="3743"/>
                    <a:pt x="776" y="3743"/>
                  </a:cubicBezTo>
                  <a:close/>
                </a:path>
              </a:pathLst>
            </a:custGeom>
            <a:gradFill>
              <a:gsLst>
                <a:gs pos="0">
                  <a:srgbClr val="DA1745"/>
                </a:gs>
                <a:gs pos="100000">
                  <a:srgbClr val="FFE8ED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</p:spPr>
          <p:txBody>
            <a:bodyPr anchorCtr="0" anchor="ctr" bIns="89625" lIns="91425" spcFirstLastPara="1" rIns="91425" wrap="square" tIns="89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6382440" y="3362400"/>
              <a:ext cx="79920" cy="156960"/>
            </a:xfrm>
            <a:custGeom>
              <a:rect b="b" l="l" r="r" t="t"/>
              <a:pathLst>
                <a:path extrusionOk="0" h="3282" w="1674">
                  <a:moveTo>
                    <a:pt x="4" y="0"/>
                  </a:moveTo>
                  <a:cubicBezTo>
                    <a:pt x="2" y="0"/>
                    <a:pt x="0" y="3"/>
                    <a:pt x="2" y="4"/>
                  </a:cubicBezTo>
                  <a:cubicBezTo>
                    <a:pt x="245" y="194"/>
                    <a:pt x="456" y="464"/>
                    <a:pt x="630" y="719"/>
                  </a:cubicBezTo>
                  <a:cubicBezTo>
                    <a:pt x="812" y="987"/>
                    <a:pt x="977" y="1261"/>
                    <a:pt x="1100" y="1561"/>
                  </a:cubicBezTo>
                  <a:cubicBezTo>
                    <a:pt x="1217" y="1848"/>
                    <a:pt x="1300" y="2148"/>
                    <a:pt x="1344" y="2454"/>
                  </a:cubicBezTo>
                  <a:cubicBezTo>
                    <a:pt x="1368" y="2611"/>
                    <a:pt x="1383" y="2769"/>
                    <a:pt x="1385" y="2927"/>
                  </a:cubicBezTo>
                  <a:cubicBezTo>
                    <a:pt x="1386" y="3049"/>
                    <a:pt x="1368" y="3194"/>
                    <a:pt x="1481" y="3273"/>
                  </a:cubicBezTo>
                  <a:cubicBezTo>
                    <a:pt x="1490" y="3279"/>
                    <a:pt x="1501" y="3282"/>
                    <a:pt x="1512" y="3282"/>
                  </a:cubicBezTo>
                  <a:cubicBezTo>
                    <a:pt x="1523" y="3282"/>
                    <a:pt x="1533" y="3279"/>
                    <a:pt x="1543" y="3273"/>
                  </a:cubicBezTo>
                  <a:cubicBezTo>
                    <a:pt x="1673" y="3207"/>
                    <a:pt x="1660" y="3025"/>
                    <a:pt x="1659" y="2903"/>
                  </a:cubicBezTo>
                  <a:cubicBezTo>
                    <a:pt x="1658" y="2735"/>
                    <a:pt x="1645" y="2569"/>
                    <a:pt x="1618" y="2404"/>
                  </a:cubicBezTo>
                  <a:cubicBezTo>
                    <a:pt x="1568" y="2072"/>
                    <a:pt x="1462" y="1746"/>
                    <a:pt x="1323" y="1442"/>
                  </a:cubicBezTo>
                  <a:cubicBezTo>
                    <a:pt x="1189" y="1149"/>
                    <a:pt x="1012" y="860"/>
                    <a:pt x="792" y="623"/>
                  </a:cubicBezTo>
                  <a:cubicBezTo>
                    <a:pt x="557" y="367"/>
                    <a:pt x="292" y="19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78475" lIns="91425" spcFirstLastPara="1" rIns="91425" wrap="square" tIns="78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6411600" y="3271680"/>
              <a:ext cx="200880" cy="124920"/>
            </a:xfrm>
            <a:custGeom>
              <a:rect b="b" l="l" r="r" t="t"/>
              <a:pathLst>
                <a:path extrusionOk="0" h="2613" w="4196">
                  <a:moveTo>
                    <a:pt x="4131" y="1"/>
                  </a:moveTo>
                  <a:cubicBezTo>
                    <a:pt x="4131" y="1"/>
                    <a:pt x="4130" y="1"/>
                    <a:pt x="4130" y="1"/>
                  </a:cubicBezTo>
                  <a:cubicBezTo>
                    <a:pt x="3736" y="7"/>
                    <a:pt x="3378" y="154"/>
                    <a:pt x="3018" y="306"/>
                  </a:cubicBezTo>
                  <a:cubicBezTo>
                    <a:pt x="2625" y="471"/>
                    <a:pt x="2246" y="667"/>
                    <a:pt x="1885" y="894"/>
                  </a:cubicBezTo>
                  <a:cubicBezTo>
                    <a:pt x="1178" y="1334"/>
                    <a:pt x="561" y="1888"/>
                    <a:pt x="30" y="2528"/>
                  </a:cubicBezTo>
                  <a:cubicBezTo>
                    <a:pt x="0" y="2564"/>
                    <a:pt x="32" y="2613"/>
                    <a:pt x="67" y="2613"/>
                  </a:cubicBezTo>
                  <a:cubicBezTo>
                    <a:pt x="78" y="2613"/>
                    <a:pt x="90" y="2608"/>
                    <a:pt x="100" y="2597"/>
                  </a:cubicBezTo>
                  <a:cubicBezTo>
                    <a:pt x="644" y="1995"/>
                    <a:pt x="1285" y="1478"/>
                    <a:pt x="1980" y="1059"/>
                  </a:cubicBezTo>
                  <a:cubicBezTo>
                    <a:pt x="2329" y="848"/>
                    <a:pt x="2692" y="665"/>
                    <a:pt x="3070" y="511"/>
                  </a:cubicBezTo>
                  <a:cubicBezTo>
                    <a:pt x="3431" y="363"/>
                    <a:pt x="3809" y="270"/>
                    <a:pt x="4154" y="87"/>
                  </a:cubicBezTo>
                  <a:cubicBezTo>
                    <a:pt x="4195" y="66"/>
                    <a:pt x="4176" y="1"/>
                    <a:pt x="4131" y="1"/>
                  </a:cubicBezTo>
                  <a:close/>
                </a:path>
              </a:pathLst>
            </a:custGeom>
            <a:solidFill>
              <a:srgbClr val="443126"/>
            </a:solidFill>
            <a:ln>
              <a:noFill/>
            </a:ln>
          </p:spPr>
          <p:txBody>
            <a:bodyPr anchorCtr="0" anchor="ctr" bIns="62625" lIns="91425" spcFirstLastPara="1" rIns="91425" wrap="square" tIns="62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02" name="Google Shape;702;p30"/>
          <p:cNvGrpSpPr/>
          <p:nvPr/>
        </p:nvGrpSpPr>
        <p:grpSpPr>
          <a:xfrm>
            <a:off x="5744446" y="3043083"/>
            <a:ext cx="281601" cy="219594"/>
            <a:chOff x="5744446" y="3043083"/>
            <a:chExt cx="281601" cy="219594"/>
          </a:xfrm>
        </p:grpSpPr>
        <p:sp>
          <p:nvSpPr>
            <p:cNvPr id="703" name="Google Shape;703;p30"/>
            <p:cNvSpPr/>
            <p:nvPr/>
          </p:nvSpPr>
          <p:spPr>
            <a:xfrm rot="-127200">
              <a:off x="5747760" y="3062520"/>
              <a:ext cx="123840" cy="1814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4" name="Google Shape;704;p30"/>
            <p:cNvSpPr/>
            <p:nvPr/>
          </p:nvSpPr>
          <p:spPr>
            <a:xfrm rot="2151600">
              <a:off x="5860800" y="3062160"/>
              <a:ext cx="123840" cy="181440"/>
            </a:xfrm>
            <a:custGeom>
              <a:rect b="b" l="l" r="r" t="t"/>
              <a:pathLst>
                <a:path extrusionOk="0" h="12766" w="11082">
                  <a:moveTo>
                    <a:pt x="11082" y="12766"/>
                  </a:moveTo>
                  <a:lnTo>
                    <a:pt x="3016" y="0"/>
                  </a:lnTo>
                  <a:lnTo>
                    <a:pt x="0" y="491"/>
                  </a:lnTo>
                  <a:lnTo>
                    <a:pt x="10310" y="127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titis Externa in Animals by Slidesgo">
  <a:themeElements>
    <a:clrScheme name="Simple Light">
      <a:dk1>
        <a:srgbClr val="271F1C"/>
      </a:dk1>
      <a:lt1>
        <a:srgbClr val="FFFFFF"/>
      </a:lt1>
      <a:dk2>
        <a:srgbClr val="3F153D"/>
      </a:dk2>
      <a:lt2>
        <a:srgbClr val="AF1743"/>
      </a:lt2>
      <a:accent1>
        <a:srgbClr val="DA1745"/>
      </a:accent1>
      <a:accent2>
        <a:srgbClr val="F9CB9C"/>
      </a:accent2>
      <a:accent3>
        <a:srgbClr val="EA8857"/>
      </a:accent3>
      <a:accent4>
        <a:srgbClr val="FFB636"/>
      </a:accent4>
      <a:accent5>
        <a:srgbClr val="AAAAC2"/>
      </a:accent5>
      <a:accent6>
        <a:srgbClr val="FFE8ED"/>
      </a:accent6>
      <a:hlink>
        <a:srgbClr val="3F15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